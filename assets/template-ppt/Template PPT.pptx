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theme/theme9.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11.xml" ContentType="application/vnd.openxmlformats-officedocument.theme+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12.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13.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 id="2147483901" r:id="rId2"/>
    <p:sldMasterId id="2147483906" r:id="rId3"/>
    <p:sldMasterId id="2147483739" r:id="rId4"/>
    <p:sldMasterId id="2147483740" r:id="rId5"/>
    <p:sldMasterId id="2147483741" r:id="rId6"/>
    <p:sldMasterId id="2147483743" r:id="rId7"/>
    <p:sldMasterId id="2147483742" r:id="rId8"/>
    <p:sldMasterId id="2147483806" r:id="rId9"/>
    <p:sldMasterId id="2147483807" r:id="rId10"/>
    <p:sldMasterId id="2147483809" r:id="rId11"/>
    <p:sldMasterId id="2147483701" r:id="rId12"/>
    <p:sldMasterId id="2147483716" r:id="rId13"/>
    <p:sldMasterId id="2147483704" r:id="rId14"/>
  </p:sldMasterIdLst>
  <p:notesMasterIdLst>
    <p:notesMasterId r:id="rId62"/>
  </p:notesMasterIdLst>
  <p:handoutMasterIdLst>
    <p:handoutMasterId r:id="rId63"/>
  </p:handoutMasterIdLst>
  <p:sldIdLst>
    <p:sldId id="357" r:id="rId15"/>
    <p:sldId id="358" r:id="rId16"/>
    <p:sldId id="360" r:id="rId17"/>
    <p:sldId id="372" r:id="rId18"/>
    <p:sldId id="362" r:id="rId19"/>
    <p:sldId id="363" r:id="rId20"/>
    <p:sldId id="405" r:id="rId21"/>
    <p:sldId id="365" r:id="rId22"/>
    <p:sldId id="403" r:id="rId23"/>
    <p:sldId id="367" r:id="rId24"/>
    <p:sldId id="368" r:id="rId25"/>
    <p:sldId id="369" r:id="rId26"/>
    <p:sldId id="335" r:id="rId27"/>
    <p:sldId id="303" r:id="rId28"/>
    <p:sldId id="336" r:id="rId29"/>
    <p:sldId id="343" r:id="rId30"/>
    <p:sldId id="404" r:id="rId31"/>
    <p:sldId id="374" r:id="rId32"/>
    <p:sldId id="333" r:id="rId33"/>
    <p:sldId id="297" r:id="rId34"/>
    <p:sldId id="266" r:id="rId35"/>
    <p:sldId id="267" r:id="rId36"/>
    <p:sldId id="271" r:id="rId37"/>
    <p:sldId id="273" r:id="rId38"/>
    <p:sldId id="268" r:id="rId39"/>
    <p:sldId id="276" r:id="rId40"/>
    <p:sldId id="275" r:id="rId41"/>
    <p:sldId id="278" r:id="rId42"/>
    <p:sldId id="279" r:id="rId43"/>
    <p:sldId id="280" r:id="rId44"/>
    <p:sldId id="281" r:id="rId45"/>
    <p:sldId id="282" r:id="rId46"/>
    <p:sldId id="283" r:id="rId47"/>
    <p:sldId id="284" r:id="rId48"/>
    <p:sldId id="286" r:id="rId49"/>
    <p:sldId id="285" r:id="rId50"/>
    <p:sldId id="289" r:id="rId51"/>
    <p:sldId id="288" r:id="rId52"/>
    <p:sldId id="290" r:id="rId53"/>
    <p:sldId id="292" r:id="rId54"/>
    <p:sldId id="293" r:id="rId55"/>
    <p:sldId id="295" r:id="rId56"/>
    <p:sldId id="294" r:id="rId57"/>
    <p:sldId id="299" r:id="rId58"/>
    <p:sldId id="291" r:id="rId59"/>
    <p:sldId id="301" r:id="rId60"/>
    <p:sldId id="373" r:id="rId61"/>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63" userDrawn="1">
          <p15:clr>
            <a:srgbClr val="A4A3A4"/>
          </p15:clr>
        </p15:guide>
        <p15:guide id="4" orient="horz" pos="731" userDrawn="1">
          <p15:clr>
            <a:srgbClr val="A4A3A4"/>
          </p15:clr>
        </p15:guide>
        <p15:guide id="5" orient="horz" pos="358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61E9"/>
    <a:srgbClr val="024EBE"/>
    <a:srgbClr val="025BD9"/>
    <a:srgbClr val="006BFF"/>
    <a:srgbClr val="0377FF"/>
    <a:srgbClr val="2588FF"/>
    <a:srgbClr val="479AFF"/>
    <a:srgbClr val="1C1BC1"/>
    <a:srgbClr val="222A35"/>
    <a:srgbClr val="FFE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12" autoAdjust="0"/>
    <p:restoredTop sz="87546" autoAdjust="0"/>
  </p:normalViewPr>
  <p:slideViewPr>
    <p:cSldViewPr snapToGrid="0">
      <p:cViewPr varScale="1">
        <p:scale>
          <a:sx n="100" d="100"/>
          <a:sy n="100" d="100"/>
        </p:scale>
        <p:origin x="1301" y="82"/>
      </p:cViewPr>
      <p:guideLst>
        <p:guide pos="3863"/>
        <p:guide orient="horz" pos="731"/>
        <p:guide orient="horz" pos="3589"/>
      </p:guideLst>
    </p:cSldViewPr>
  </p:slideViewPr>
  <p:notesTextViewPr>
    <p:cViewPr>
      <p:scale>
        <a:sx n="3" d="2"/>
        <a:sy n="3" d="2"/>
      </p:scale>
      <p:origin x="0" y="0"/>
    </p:cViewPr>
  </p:notesTextViewPr>
  <p:notesViewPr>
    <p:cSldViewPr snapToGrid="0" showGuides="1">
      <p:cViewPr varScale="1">
        <p:scale>
          <a:sx n="81" d="100"/>
          <a:sy n="81" d="100"/>
        </p:scale>
        <p:origin x="3894" y="84"/>
      </p:cViewPr>
      <p:guideLst/>
    </p:cSldViewPr>
  </p:notesViewPr>
  <p:gridSpacing cx="180000" cy="180000"/>
</p:viewPr>
</file>

<file path=ppt/_rels/presentation.xml.rels><?xml version="1.0" encoding="UTF-8" standalone="yes"?>
<Relationships xmlns="http://schemas.openxmlformats.org/package/2006/relationships"><Relationship Id="rId26" Type="http://schemas.openxmlformats.org/officeDocument/2006/relationships/slide" Target="slides/slide12.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slide" Target="slides/slide36.xml"/><Relationship Id="rId55" Type="http://schemas.openxmlformats.org/officeDocument/2006/relationships/slide" Target="slides/slide41.xml"/><Relationship Id="rId63" Type="http://schemas.openxmlformats.org/officeDocument/2006/relationships/handoutMaster" Target="handoutMasters/handout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slide" Target="slides/slide39.xml"/><Relationship Id="rId58" Type="http://schemas.openxmlformats.org/officeDocument/2006/relationships/slide" Target="slides/slide44.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47.xml"/><Relationship Id="rId19" Type="http://schemas.openxmlformats.org/officeDocument/2006/relationships/slide" Target="slides/slide5.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slide" Target="slides/slide42.xml"/><Relationship Id="rId64"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37.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openxmlformats.org/officeDocument/2006/relationships/slide" Target="slides/slide45.xml"/><Relationship Id="rId67" Type="http://schemas.openxmlformats.org/officeDocument/2006/relationships/tableStyles" Target="tableStyles.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slide" Target="slides/slide40.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slide" Target="slides/slide43.xml"/><Relationship Id="rId10" Type="http://schemas.openxmlformats.org/officeDocument/2006/relationships/slideMaster" Target="slideMasters/slideMaster10.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openxmlformats.org/officeDocument/2006/relationships/slide" Target="slides/slide46.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4.xml"/><Relationship Id="rId3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57673A-9583-4869-A324-DAF737890ED5}" type="datetimeFigureOut">
              <a:rPr lang="es-CL" smtClean="0"/>
              <a:t>10-10-2024</a:t>
            </a:fld>
            <a:endParaRPr lang="es-CL"/>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9DF76-E452-4C6F-8F8E-16683EE9BF50}" type="slidenum">
              <a:rPr lang="es-CL" smtClean="0"/>
              <a:t>‹Nº›</a:t>
            </a:fld>
            <a:endParaRPr lang="es-CL"/>
          </a:p>
        </p:txBody>
      </p:sp>
    </p:spTree>
    <p:extLst>
      <p:ext uri="{BB962C8B-B14F-4D97-AF65-F5344CB8AC3E}">
        <p14:creationId xmlns:p14="http://schemas.microsoft.com/office/powerpoint/2010/main" val="1359823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CC953E-BCE6-4F8C-8360-5675CBD792EF}" type="datetimeFigureOut">
              <a:rPr lang="es-CL" smtClean="0"/>
              <a:t>10-10-2024</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4D77D0-3F61-411E-A444-7457D05B6F34}" type="slidenum">
              <a:rPr lang="es-CL" smtClean="0"/>
              <a:t>‹Nº›</a:t>
            </a:fld>
            <a:endParaRPr lang="es-CL" dirty="0"/>
          </a:p>
        </p:txBody>
      </p:sp>
    </p:spTree>
    <p:extLst>
      <p:ext uri="{BB962C8B-B14F-4D97-AF65-F5344CB8AC3E}">
        <p14:creationId xmlns:p14="http://schemas.microsoft.com/office/powerpoint/2010/main" val="4105611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1</a:t>
            </a:fld>
            <a:endParaRPr lang="es-CL"/>
          </a:p>
        </p:txBody>
      </p:sp>
    </p:spTree>
    <p:extLst>
      <p:ext uri="{BB962C8B-B14F-4D97-AF65-F5344CB8AC3E}">
        <p14:creationId xmlns:p14="http://schemas.microsoft.com/office/powerpoint/2010/main" val="411969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smtClean="0"/>
              <a:t>ELEMENTOS DE APOYO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7</a:t>
            </a:fld>
            <a:endParaRPr lang="es-CL" dirty="0"/>
          </a:p>
        </p:txBody>
      </p:sp>
    </p:spTree>
    <p:extLst>
      <p:ext uri="{BB962C8B-B14F-4D97-AF65-F5344CB8AC3E}">
        <p14:creationId xmlns:p14="http://schemas.microsoft.com/office/powerpoint/2010/main" val="1386940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smtClean="0"/>
              <a:t>1.PORTADA</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19</a:t>
            </a:fld>
            <a:endParaRPr lang="es-CL" dirty="0"/>
          </a:p>
        </p:txBody>
      </p:sp>
    </p:spTree>
    <p:extLst>
      <p:ext uri="{BB962C8B-B14F-4D97-AF65-F5344CB8AC3E}">
        <p14:creationId xmlns:p14="http://schemas.microsoft.com/office/powerpoint/2010/main" val="4213373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smtClean="0"/>
              <a:t>2. SEPARADOR</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20</a:t>
            </a:fld>
            <a:endParaRPr lang="es-CL" dirty="0"/>
          </a:p>
        </p:txBody>
      </p:sp>
    </p:spTree>
    <p:extLst>
      <p:ext uri="{BB962C8B-B14F-4D97-AF65-F5344CB8AC3E}">
        <p14:creationId xmlns:p14="http://schemas.microsoft.com/office/powerpoint/2010/main" val="3078100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smtClean="0"/>
              <a:t>3. SÓLO TEXTO ( TIPO CITA/</a:t>
            </a:r>
            <a:r>
              <a:rPr lang="es-CL" baseline="0" dirty="0" smtClean="0"/>
              <a:t> FRASE)</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21</a:t>
            </a:fld>
            <a:endParaRPr lang="es-CL" dirty="0"/>
          </a:p>
        </p:txBody>
      </p:sp>
    </p:spTree>
    <p:extLst>
      <p:ext uri="{BB962C8B-B14F-4D97-AF65-F5344CB8AC3E}">
        <p14:creationId xmlns:p14="http://schemas.microsoft.com/office/powerpoint/2010/main" val="2571726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smtClean="0"/>
              <a:t>4. IMAGEN +  TÍTULO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22</a:t>
            </a:fld>
            <a:endParaRPr lang="es-CL" dirty="0"/>
          </a:p>
        </p:txBody>
      </p:sp>
    </p:spTree>
    <p:extLst>
      <p:ext uri="{BB962C8B-B14F-4D97-AF65-F5344CB8AC3E}">
        <p14:creationId xmlns:p14="http://schemas.microsoft.com/office/powerpoint/2010/main" val="2498899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5. IMAGEN +  CITA/FRASE</a:t>
            </a:r>
          </a:p>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23</a:t>
            </a:fld>
            <a:endParaRPr lang="es-CL" dirty="0"/>
          </a:p>
        </p:txBody>
      </p:sp>
    </p:spTree>
    <p:extLst>
      <p:ext uri="{BB962C8B-B14F-4D97-AF65-F5344CB8AC3E}">
        <p14:creationId xmlns:p14="http://schemas.microsoft.com/office/powerpoint/2010/main" val="435106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5. IMAGEN +  CITA/FRASE</a:t>
            </a:r>
          </a:p>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24</a:t>
            </a:fld>
            <a:endParaRPr lang="es-CL" dirty="0"/>
          </a:p>
        </p:txBody>
      </p:sp>
    </p:spTree>
    <p:extLst>
      <p:ext uri="{BB962C8B-B14F-4D97-AF65-F5344CB8AC3E}">
        <p14:creationId xmlns:p14="http://schemas.microsoft.com/office/powerpoint/2010/main" val="2858520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6. IMAGEN +  TÍTULO+</a:t>
            </a:r>
            <a:r>
              <a:rPr lang="es-CL" baseline="0" dirty="0" smtClean="0"/>
              <a:t> PÁRRAFO</a:t>
            </a:r>
            <a:endParaRPr lang="es-CL" dirty="0" smtClean="0"/>
          </a:p>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25</a:t>
            </a:fld>
            <a:endParaRPr lang="es-CL" dirty="0"/>
          </a:p>
        </p:txBody>
      </p:sp>
    </p:spTree>
    <p:extLst>
      <p:ext uri="{BB962C8B-B14F-4D97-AF65-F5344CB8AC3E}">
        <p14:creationId xmlns:p14="http://schemas.microsoft.com/office/powerpoint/2010/main" val="597438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6. IMAGEN +  TÍTULO+</a:t>
            </a:r>
            <a:r>
              <a:rPr lang="es-CL" baseline="0" dirty="0" smtClean="0"/>
              <a:t> PÁRRAFO</a:t>
            </a:r>
            <a:endParaRPr lang="es-CL" dirty="0" smtClean="0"/>
          </a:p>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26</a:t>
            </a:fld>
            <a:endParaRPr lang="es-CL" dirty="0"/>
          </a:p>
        </p:txBody>
      </p:sp>
    </p:spTree>
    <p:extLst>
      <p:ext uri="{BB962C8B-B14F-4D97-AF65-F5344CB8AC3E}">
        <p14:creationId xmlns:p14="http://schemas.microsoft.com/office/powerpoint/2010/main" val="1098531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6. IMAGEN +  TÍTULO+</a:t>
            </a:r>
            <a:r>
              <a:rPr lang="es-CL" baseline="0" dirty="0" smtClean="0"/>
              <a:t> PÁRRAFO</a:t>
            </a:r>
            <a:endParaRPr lang="es-CL" dirty="0" smtClean="0"/>
          </a:p>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27</a:t>
            </a:fld>
            <a:endParaRPr lang="es-CL" dirty="0"/>
          </a:p>
        </p:txBody>
      </p:sp>
    </p:spTree>
    <p:extLst>
      <p:ext uri="{BB962C8B-B14F-4D97-AF65-F5344CB8AC3E}">
        <p14:creationId xmlns:p14="http://schemas.microsoft.com/office/powerpoint/2010/main" val="2289803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7. IMAGEN +  TÍTULO+</a:t>
            </a:r>
            <a:r>
              <a:rPr lang="es-CL" baseline="0" dirty="0" smtClean="0"/>
              <a:t> PÁRRAFO + DESTACADO</a:t>
            </a:r>
            <a:endParaRPr lang="es-CL" dirty="0" smtClean="0"/>
          </a:p>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28</a:t>
            </a:fld>
            <a:endParaRPr lang="es-CL" dirty="0"/>
          </a:p>
        </p:txBody>
      </p:sp>
    </p:spTree>
    <p:extLst>
      <p:ext uri="{BB962C8B-B14F-4D97-AF65-F5344CB8AC3E}">
        <p14:creationId xmlns:p14="http://schemas.microsoft.com/office/powerpoint/2010/main" val="1133703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8. IMAGEN +</a:t>
            </a:r>
            <a:r>
              <a:rPr lang="es-CL" baseline="0" dirty="0" smtClean="0"/>
              <a:t>PÁRRAFO + DESTACADO</a:t>
            </a:r>
            <a:endParaRPr lang="es-CL" dirty="0" smtClean="0"/>
          </a:p>
          <a:p>
            <a:endParaRPr lang="es-CL" dirty="0" smtClean="0"/>
          </a:p>
          <a:p>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29</a:t>
            </a:fld>
            <a:endParaRPr lang="es-CL" dirty="0"/>
          </a:p>
        </p:txBody>
      </p:sp>
    </p:spTree>
    <p:extLst>
      <p:ext uri="{BB962C8B-B14F-4D97-AF65-F5344CB8AC3E}">
        <p14:creationId xmlns:p14="http://schemas.microsoft.com/office/powerpoint/2010/main" val="1482995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9. IMAGEN +  TÍTULO +  LISTA</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30</a:t>
            </a:fld>
            <a:endParaRPr lang="es-CL" dirty="0"/>
          </a:p>
        </p:txBody>
      </p:sp>
    </p:spTree>
    <p:extLst>
      <p:ext uri="{BB962C8B-B14F-4D97-AF65-F5344CB8AC3E}">
        <p14:creationId xmlns:p14="http://schemas.microsoft.com/office/powerpoint/2010/main" val="2587434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9. IMAGEN +  TÍTULO +  LISTA</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31</a:t>
            </a:fld>
            <a:endParaRPr lang="es-CL" dirty="0"/>
          </a:p>
        </p:txBody>
      </p:sp>
    </p:spTree>
    <p:extLst>
      <p:ext uri="{BB962C8B-B14F-4D97-AF65-F5344CB8AC3E}">
        <p14:creationId xmlns:p14="http://schemas.microsoft.com/office/powerpoint/2010/main" val="276065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10. IMAGEN +  LISTA</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32</a:t>
            </a:fld>
            <a:endParaRPr lang="es-CL" dirty="0"/>
          </a:p>
        </p:txBody>
      </p:sp>
    </p:spTree>
    <p:extLst>
      <p:ext uri="{BB962C8B-B14F-4D97-AF65-F5344CB8AC3E}">
        <p14:creationId xmlns:p14="http://schemas.microsoft.com/office/powerpoint/2010/main" val="23740193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11. TÍTULO +  PÁRRAFO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33</a:t>
            </a:fld>
            <a:endParaRPr lang="es-CL" dirty="0"/>
          </a:p>
        </p:txBody>
      </p:sp>
    </p:spTree>
    <p:extLst>
      <p:ext uri="{BB962C8B-B14F-4D97-AF65-F5344CB8AC3E}">
        <p14:creationId xmlns:p14="http://schemas.microsoft.com/office/powerpoint/2010/main" val="2190547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12.</a:t>
            </a:r>
            <a:r>
              <a:rPr lang="es-CL" sz="1200" b="0" i="0" u="none" strike="noStrike" kern="1200" baseline="0" dirty="0" smtClean="0">
                <a:solidFill>
                  <a:schemeClr val="tx1"/>
                </a:solidFill>
                <a:effectLst/>
                <a:latin typeface="+mn-lt"/>
                <a:ea typeface="+mn-ea"/>
                <a:cs typeface="+mn-cs"/>
              </a:rPr>
              <a:t> </a:t>
            </a:r>
            <a:r>
              <a:rPr lang="es-CL" sz="1200" b="0" i="0" u="none" strike="noStrike" kern="1200" dirty="0" smtClean="0">
                <a:solidFill>
                  <a:schemeClr val="tx1"/>
                </a:solidFill>
                <a:effectLst/>
                <a:latin typeface="+mn-lt"/>
                <a:ea typeface="+mn-ea"/>
                <a:cs typeface="+mn-cs"/>
              </a:rPr>
              <a:t>TÍTULO +  PÁRRAFO + DESTACADO</a:t>
            </a:r>
            <a:r>
              <a:rPr lang="es-CL" dirty="0" smtClean="0"/>
              <a:t> </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34</a:t>
            </a:fld>
            <a:endParaRPr lang="es-CL" dirty="0"/>
          </a:p>
        </p:txBody>
      </p:sp>
    </p:spTree>
    <p:extLst>
      <p:ext uri="{BB962C8B-B14F-4D97-AF65-F5344CB8AC3E}">
        <p14:creationId xmlns:p14="http://schemas.microsoft.com/office/powerpoint/2010/main" val="1373524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13. TÍTULO +  PÁRRAFO + GRÁFICO</a:t>
            </a:r>
            <a:r>
              <a:rPr lang="es-CL" dirty="0" smtClean="0"/>
              <a:t> </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35</a:t>
            </a:fld>
            <a:endParaRPr lang="es-CL" dirty="0"/>
          </a:p>
        </p:txBody>
      </p:sp>
    </p:spTree>
    <p:extLst>
      <p:ext uri="{BB962C8B-B14F-4D97-AF65-F5344CB8AC3E}">
        <p14:creationId xmlns:p14="http://schemas.microsoft.com/office/powerpoint/2010/main" val="3087314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14. TÍTULO + LISTA</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36</a:t>
            </a:fld>
            <a:endParaRPr lang="es-CL" dirty="0"/>
          </a:p>
        </p:txBody>
      </p:sp>
    </p:spTree>
    <p:extLst>
      <p:ext uri="{BB962C8B-B14F-4D97-AF65-F5344CB8AC3E}">
        <p14:creationId xmlns:p14="http://schemas.microsoft.com/office/powerpoint/2010/main" val="3520633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15. TÍTULO + GRÁFICO</a:t>
            </a:r>
            <a:r>
              <a:rPr lang="es-CL" dirty="0" smtClean="0"/>
              <a:t> </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37</a:t>
            </a:fld>
            <a:endParaRPr lang="es-CL" dirty="0"/>
          </a:p>
        </p:txBody>
      </p:sp>
    </p:spTree>
    <p:extLst>
      <p:ext uri="{BB962C8B-B14F-4D97-AF65-F5344CB8AC3E}">
        <p14:creationId xmlns:p14="http://schemas.microsoft.com/office/powerpoint/2010/main" val="3301228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16. TÍTULO + TABLA</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38</a:t>
            </a:fld>
            <a:endParaRPr lang="es-CL" dirty="0"/>
          </a:p>
        </p:txBody>
      </p:sp>
    </p:spTree>
    <p:extLst>
      <p:ext uri="{BB962C8B-B14F-4D97-AF65-F5344CB8AC3E}">
        <p14:creationId xmlns:p14="http://schemas.microsoft.com/office/powerpoint/2010/main" val="10101721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17. MULTIPLES IMÁGENES</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39</a:t>
            </a:fld>
            <a:endParaRPr lang="es-CL" dirty="0"/>
          </a:p>
        </p:txBody>
      </p:sp>
    </p:spTree>
    <p:extLst>
      <p:ext uri="{BB962C8B-B14F-4D97-AF65-F5344CB8AC3E}">
        <p14:creationId xmlns:p14="http://schemas.microsoft.com/office/powerpoint/2010/main" val="3786043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18. MULTIPLES IMÁGENES + TÍTULO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40</a:t>
            </a:fld>
            <a:endParaRPr lang="es-CL" dirty="0"/>
          </a:p>
        </p:txBody>
      </p:sp>
    </p:spTree>
    <p:extLst>
      <p:ext uri="{BB962C8B-B14F-4D97-AF65-F5344CB8AC3E}">
        <p14:creationId xmlns:p14="http://schemas.microsoft.com/office/powerpoint/2010/main" val="3822864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19. MULTIPLES IMÁGENES + TÍTULO + PÁRRAFO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41</a:t>
            </a:fld>
            <a:endParaRPr lang="es-CL" dirty="0"/>
          </a:p>
        </p:txBody>
      </p:sp>
    </p:spTree>
    <p:extLst>
      <p:ext uri="{BB962C8B-B14F-4D97-AF65-F5344CB8AC3E}">
        <p14:creationId xmlns:p14="http://schemas.microsoft.com/office/powerpoint/2010/main" val="12126372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19. MULTIPLES IMÁGENES + TÍTULO + PÁRRAFO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42</a:t>
            </a:fld>
            <a:endParaRPr lang="es-CL" dirty="0"/>
          </a:p>
        </p:txBody>
      </p:sp>
    </p:spTree>
    <p:extLst>
      <p:ext uri="{BB962C8B-B14F-4D97-AF65-F5344CB8AC3E}">
        <p14:creationId xmlns:p14="http://schemas.microsoft.com/office/powerpoint/2010/main" val="4265846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i="0" u="none" strike="noStrike" kern="1200" dirty="0" smtClean="0">
                <a:solidFill>
                  <a:schemeClr val="tx1"/>
                </a:solidFill>
                <a:effectLst/>
                <a:latin typeface="+mn-lt"/>
                <a:ea typeface="+mn-ea"/>
                <a:cs typeface="+mn-cs"/>
              </a:rPr>
              <a:t>20.MULTIPLES IMÁGENES +   DESTACADO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43</a:t>
            </a:fld>
            <a:endParaRPr lang="es-CL" dirty="0"/>
          </a:p>
        </p:txBody>
      </p:sp>
    </p:spTree>
    <p:extLst>
      <p:ext uri="{BB962C8B-B14F-4D97-AF65-F5344CB8AC3E}">
        <p14:creationId xmlns:p14="http://schemas.microsoft.com/office/powerpoint/2010/main" val="997140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dirty="0" smtClean="0"/>
              <a:t>21. GRILLA DE EQUIPO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44</a:t>
            </a:fld>
            <a:endParaRPr lang="es-CL" dirty="0"/>
          </a:p>
        </p:txBody>
      </p:sp>
    </p:spTree>
    <p:extLst>
      <p:ext uri="{BB962C8B-B14F-4D97-AF65-F5344CB8AC3E}">
        <p14:creationId xmlns:p14="http://schemas.microsoft.com/office/powerpoint/2010/main" val="37702812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smtClean="0"/>
              <a:t>22. CONTACTO</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45</a:t>
            </a:fld>
            <a:endParaRPr lang="es-CL" dirty="0"/>
          </a:p>
        </p:txBody>
      </p:sp>
    </p:spTree>
    <p:extLst>
      <p:ext uri="{BB962C8B-B14F-4D97-AF65-F5344CB8AC3E}">
        <p14:creationId xmlns:p14="http://schemas.microsoft.com/office/powerpoint/2010/main" val="1728364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smtClean="0"/>
              <a:t>23. PORTADA</a:t>
            </a:r>
            <a:endParaRPr lang="es-CL" dirty="0"/>
          </a:p>
        </p:txBody>
      </p:sp>
      <p:sp>
        <p:nvSpPr>
          <p:cNvPr id="4" name="Marcador de número de diapositiva 3"/>
          <p:cNvSpPr>
            <a:spLocks noGrp="1"/>
          </p:cNvSpPr>
          <p:nvPr>
            <p:ph type="sldNum" sz="quarter" idx="10"/>
          </p:nvPr>
        </p:nvSpPr>
        <p:spPr/>
        <p:txBody>
          <a:bodyPr/>
          <a:lstStyle/>
          <a:p>
            <a:fld id="{DB4D77D0-3F61-411E-A444-7457D05B6F34}" type="slidenum">
              <a:rPr lang="es-CL" smtClean="0"/>
              <a:t>46</a:t>
            </a:fld>
            <a:endParaRPr lang="es-CL" dirty="0"/>
          </a:p>
        </p:txBody>
      </p:sp>
    </p:spTree>
    <p:extLst>
      <p:ext uri="{BB962C8B-B14F-4D97-AF65-F5344CB8AC3E}">
        <p14:creationId xmlns:p14="http://schemas.microsoft.com/office/powerpoint/2010/main" val="2600063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a">
    <p:spTree>
      <p:nvGrpSpPr>
        <p:cNvPr id="1" name=""/>
        <p:cNvGrpSpPr/>
        <p:nvPr/>
      </p:nvGrpSpPr>
      <p:grpSpPr>
        <a:xfrm>
          <a:off x="0" y="0"/>
          <a:ext cx="0" cy="0"/>
          <a:chOff x="0" y="0"/>
          <a:chExt cx="0" cy="0"/>
        </a:xfrm>
      </p:grpSpPr>
      <p:sp>
        <p:nvSpPr>
          <p:cNvPr id="2" name="Marcador de posición de imagen 3"/>
          <p:cNvSpPr>
            <a:spLocks noGrp="1"/>
          </p:cNvSpPr>
          <p:nvPr>
            <p:ph type="pic" sz="quarter" idx="10" hasCustomPrompt="1"/>
          </p:nvPr>
        </p:nvSpPr>
        <p:spPr bwMode="ltGray">
          <a:xfrm>
            <a:off x="-4192" y="0"/>
            <a:ext cx="12196192" cy="6858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Imagen</a:t>
            </a:r>
            <a:endParaRPr lang="es-CL" dirty="0"/>
          </a:p>
        </p:txBody>
      </p:sp>
    </p:spTree>
    <p:extLst>
      <p:ext uri="{BB962C8B-B14F-4D97-AF65-F5344CB8AC3E}">
        <p14:creationId xmlns:p14="http://schemas.microsoft.com/office/powerpoint/2010/main" val="41659217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ca 1">
    <p:spTree>
      <p:nvGrpSpPr>
        <p:cNvPr id="1" name=""/>
        <p:cNvGrpSpPr/>
        <p:nvPr/>
      </p:nvGrpSpPr>
      <p:grpSpPr>
        <a:xfrm>
          <a:off x="0" y="0"/>
          <a:ext cx="0" cy="0"/>
          <a:chOff x="0" y="0"/>
          <a:chExt cx="0" cy="0"/>
        </a:xfrm>
      </p:grpSpPr>
      <p:sp>
        <p:nvSpPr>
          <p:cNvPr id="2" name="Marcador de posición de imagen 3"/>
          <p:cNvSpPr>
            <a:spLocks noGrp="1"/>
          </p:cNvSpPr>
          <p:nvPr>
            <p:ph type="pic" sz="quarter" idx="10" hasCustomPrompt="1"/>
          </p:nvPr>
        </p:nvSpPr>
        <p:spPr bwMode="ltGray">
          <a:xfrm>
            <a:off x="766763" y="765174"/>
            <a:ext cx="10658476" cy="5327651"/>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Imagen</a:t>
            </a:r>
            <a:endParaRPr lang="es-CL" dirty="0"/>
          </a:p>
        </p:txBody>
      </p:sp>
    </p:spTree>
    <p:extLst>
      <p:ext uri="{BB962C8B-B14F-4D97-AF65-F5344CB8AC3E}">
        <p14:creationId xmlns:p14="http://schemas.microsoft.com/office/powerpoint/2010/main" val="384022549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1a">
    <p:spTree>
      <p:nvGrpSpPr>
        <p:cNvPr id="1" name=""/>
        <p:cNvGrpSpPr/>
        <p:nvPr/>
      </p:nvGrpSpPr>
      <p:grpSpPr>
        <a:xfrm>
          <a:off x="0" y="0"/>
          <a:ext cx="0" cy="0"/>
          <a:chOff x="0" y="0"/>
          <a:chExt cx="0" cy="0"/>
        </a:xfrm>
      </p:grpSpPr>
      <p:sp>
        <p:nvSpPr>
          <p:cNvPr id="2" name="Marcador de posición de imagen 3"/>
          <p:cNvSpPr>
            <a:spLocks noGrp="1"/>
          </p:cNvSpPr>
          <p:nvPr>
            <p:ph type="pic" sz="quarter" idx="10" hasCustomPrompt="1"/>
          </p:nvPr>
        </p:nvSpPr>
        <p:spPr bwMode="ltGray">
          <a:xfrm>
            <a:off x="300038" y="765175"/>
            <a:ext cx="11591925" cy="532765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Imagen</a:t>
            </a:r>
            <a:endParaRPr lang="es-CL" dirty="0"/>
          </a:p>
        </p:txBody>
      </p:sp>
    </p:spTree>
    <p:extLst>
      <p:ext uri="{BB962C8B-B14F-4D97-AF65-F5344CB8AC3E}">
        <p14:creationId xmlns:p14="http://schemas.microsoft.com/office/powerpoint/2010/main" val="95644671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c">
    <p:spTree>
      <p:nvGrpSpPr>
        <p:cNvPr id="1" name=""/>
        <p:cNvGrpSpPr/>
        <p:nvPr/>
      </p:nvGrpSpPr>
      <p:grpSpPr>
        <a:xfrm>
          <a:off x="0" y="0"/>
          <a:ext cx="0" cy="0"/>
          <a:chOff x="0" y="0"/>
          <a:chExt cx="0" cy="0"/>
        </a:xfrm>
      </p:grpSpPr>
      <p:sp>
        <p:nvSpPr>
          <p:cNvPr id="4" name="Marcador de posición de imagen 3"/>
          <p:cNvSpPr>
            <a:spLocks noGrp="1"/>
          </p:cNvSpPr>
          <p:nvPr>
            <p:ph type="pic" sz="quarter" idx="10" hasCustomPrompt="1"/>
          </p:nvPr>
        </p:nvSpPr>
        <p:spPr bwMode="ltGray">
          <a:xfrm>
            <a:off x="300038" y="1700213"/>
            <a:ext cx="11591925" cy="3457575"/>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Imagen</a:t>
            </a:r>
            <a:endParaRPr lang="es-CL" dirty="0"/>
          </a:p>
        </p:txBody>
      </p:sp>
    </p:spTree>
    <p:extLst>
      <p:ext uri="{BB962C8B-B14F-4D97-AF65-F5344CB8AC3E}">
        <p14:creationId xmlns:p14="http://schemas.microsoft.com/office/powerpoint/2010/main" val="280640686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1c">
    <p:spTree>
      <p:nvGrpSpPr>
        <p:cNvPr id="1" name=""/>
        <p:cNvGrpSpPr/>
        <p:nvPr/>
      </p:nvGrpSpPr>
      <p:grpSpPr>
        <a:xfrm>
          <a:off x="0" y="0"/>
          <a:ext cx="0" cy="0"/>
          <a:chOff x="0" y="0"/>
          <a:chExt cx="0" cy="0"/>
        </a:xfrm>
      </p:grpSpPr>
      <p:sp>
        <p:nvSpPr>
          <p:cNvPr id="4" name="Marcador de posición de imagen 3"/>
          <p:cNvSpPr>
            <a:spLocks noGrp="1"/>
          </p:cNvSpPr>
          <p:nvPr>
            <p:ph type="pic" sz="quarter" idx="10" hasCustomPrompt="1"/>
          </p:nvPr>
        </p:nvSpPr>
        <p:spPr bwMode="ltGray">
          <a:xfrm>
            <a:off x="2709863" y="296863"/>
            <a:ext cx="9182100" cy="6264275"/>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Imagen</a:t>
            </a:r>
            <a:endParaRPr lang="es-CL" dirty="0"/>
          </a:p>
        </p:txBody>
      </p:sp>
    </p:spTree>
    <p:extLst>
      <p:ext uri="{BB962C8B-B14F-4D97-AF65-F5344CB8AC3E}">
        <p14:creationId xmlns:p14="http://schemas.microsoft.com/office/powerpoint/2010/main" val="134794098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1c">
    <p:spTree>
      <p:nvGrpSpPr>
        <p:cNvPr id="1" name=""/>
        <p:cNvGrpSpPr/>
        <p:nvPr/>
      </p:nvGrpSpPr>
      <p:grpSpPr>
        <a:xfrm>
          <a:off x="0" y="0"/>
          <a:ext cx="0" cy="0"/>
          <a:chOff x="0" y="0"/>
          <a:chExt cx="0" cy="0"/>
        </a:xfrm>
      </p:grpSpPr>
      <p:sp>
        <p:nvSpPr>
          <p:cNvPr id="4" name="Marcador de posición de imagen 3"/>
          <p:cNvSpPr>
            <a:spLocks noGrp="1"/>
          </p:cNvSpPr>
          <p:nvPr>
            <p:ph type="pic" sz="quarter" idx="10" hasCustomPrompt="1"/>
          </p:nvPr>
        </p:nvSpPr>
        <p:spPr bwMode="ltGray">
          <a:xfrm>
            <a:off x="300038" y="296862"/>
            <a:ext cx="9182100" cy="6264275"/>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Imagen</a:t>
            </a:r>
            <a:endParaRPr lang="es-CL" dirty="0"/>
          </a:p>
        </p:txBody>
      </p:sp>
    </p:spTree>
    <p:extLst>
      <p:ext uri="{BB962C8B-B14F-4D97-AF65-F5344CB8AC3E}">
        <p14:creationId xmlns:p14="http://schemas.microsoft.com/office/powerpoint/2010/main" val="387882349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i">
    <p:spTree>
      <p:nvGrpSpPr>
        <p:cNvPr id="1" name=""/>
        <p:cNvGrpSpPr/>
        <p:nvPr/>
      </p:nvGrpSpPr>
      <p:grpSpPr>
        <a:xfrm>
          <a:off x="0" y="0"/>
          <a:ext cx="0" cy="0"/>
          <a:chOff x="0" y="0"/>
          <a:chExt cx="0" cy="0"/>
        </a:xfrm>
      </p:grpSpPr>
      <p:sp>
        <p:nvSpPr>
          <p:cNvPr id="3" name="Marcador de posición de imagen 3"/>
          <p:cNvSpPr>
            <a:spLocks noGrp="1"/>
          </p:cNvSpPr>
          <p:nvPr>
            <p:ph type="pic" sz="quarter" idx="10"/>
          </p:nvPr>
        </p:nvSpPr>
        <p:spPr bwMode="ltGray">
          <a:xfrm>
            <a:off x="6132512" y="0"/>
            <a:ext cx="6059487" cy="6850063"/>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32918995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1i">
    <p:spTree>
      <p:nvGrpSpPr>
        <p:cNvPr id="1" name=""/>
        <p:cNvGrpSpPr/>
        <p:nvPr/>
      </p:nvGrpSpPr>
      <p:grpSpPr>
        <a:xfrm>
          <a:off x="0" y="0"/>
          <a:ext cx="0" cy="0"/>
          <a:chOff x="0" y="0"/>
          <a:chExt cx="0" cy="0"/>
        </a:xfrm>
      </p:grpSpPr>
      <p:sp>
        <p:nvSpPr>
          <p:cNvPr id="3" name="Marcador de posición de imagen 3"/>
          <p:cNvSpPr>
            <a:spLocks noGrp="1"/>
          </p:cNvSpPr>
          <p:nvPr>
            <p:ph type="pic" sz="quarter" idx="10"/>
          </p:nvPr>
        </p:nvSpPr>
        <p:spPr bwMode="ltGray">
          <a:xfrm>
            <a:off x="6132513" y="0"/>
            <a:ext cx="5292726" cy="6850063"/>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71940866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i">
    <p:spTree>
      <p:nvGrpSpPr>
        <p:cNvPr id="1" name=""/>
        <p:cNvGrpSpPr/>
        <p:nvPr/>
      </p:nvGrpSpPr>
      <p:grpSpPr>
        <a:xfrm>
          <a:off x="0" y="0"/>
          <a:ext cx="0" cy="0"/>
          <a:chOff x="0" y="0"/>
          <a:chExt cx="0" cy="0"/>
        </a:xfrm>
      </p:grpSpPr>
      <p:sp>
        <p:nvSpPr>
          <p:cNvPr id="3" name="Marcador de posición de imagen 3"/>
          <p:cNvSpPr>
            <a:spLocks noGrp="1"/>
          </p:cNvSpPr>
          <p:nvPr>
            <p:ph type="pic" sz="quarter" idx="10"/>
          </p:nvPr>
        </p:nvSpPr>
        <p:spPr bwMode="ltGray">
          <a:xfrm>
            <a:off x="6132512" y="765175"/>
            <a:ext cx="6059487" cy="5327650"/>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69787786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j">
    <p:spTree>
      <p:nvGrpSpPr>
        <p:cNvPr id="1" name=""/>
        <p:cNvGrpSpPr/>
        <p:nvPr/>
      </p:nvGrpSpPr>
      <p:grpSpPr>
        <a:xfrm>
          <a:off x="0" y="0"/>
          <a:ext cx="0" cy="0"/>
          <a:chOff x="0" y="0"/>
          <a:chExt cx="0" cy="0"/>
        </a:xfrm>
      </p:grpSpPr>
      <p:pic>
        <p:nvPicPr>
          <p:cNvPr id="6" name="Imagen 5"/>
          <p:cNvPicPr>
            <a:picLocks noChangeAspect="1"/>
          </p:cNvPicPr>
          <p:nvPr userDrawn="1"/>
        </p:nvPicPr>
        <p:blipFill rotWithShape="1">
          <a:blip r:embed="rId2"/>
          <a:srcRect b="1586"/>
          <a:stretch/>
        </p:blipFill>
        <p:spPr>
          <a:xfrm>
            <a:off x="36513" y="-7105649"/>
            <a:ext cx="12192000" cy="6819900"/>
          </a:xfrm>
          <a:prstGeom prst="rect">
            <a:avLst/>
          </a:prstGeom>
        </p:spPr>
      </p:pic>
      <p:sp>
        <p:nvSpPr>
          <p:cNvPr id="19" name="Marcador de posición de imagen 2"/>
          <p:cNvSpPr>
            <a:spLocks noGrp="1"/>
          </p:cNvSpPr>
          <p:nvPr>
            <p:ph type="pic" sz="quarter" idx="11"/>
          </p:nvPr>
        </p:nvSpPr>
        <p:spPr>
          <a:xfrm>
            <a:off x="5159375" y="765175"/>
            <a:ext cx="6265863" cy="5327650"/>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4478508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ca 2">
    <p:spTree>
      <p:nvGrpSpPr>
        <p:cNvPr id="1" name=""/>
        <p:cNvGrpSpPr/>
        <p:nvPr/>
      </p:nvGrpSpPr>
      <p:grpSpPr>
        <a:xfrm>
          <a:off x="0" y="0"/>
          <a:ext cx="0" cy="0"/>
          <a:chOff x="0" y="0"/>
          <a:chExt cx="0" cy="0"/>
        </a:xfrm>
      </p:grpSpPr>
      <p:sp>
        <p:nvSpPr>
          <p:cNvPr id="2" name="Marcador de posición de imagen 3"/>
          <p:cNvSpPr>
            <a:spLocks noGrp="1"/>
          </p:cNvSpPr>
          <p:nvPr>
            <p:ph type="pic" sz="quarter" idx="10"/>
          </p:nvPr>
        </p:nvSpPr>
        <p:spPr bwMode="ltGray">
          <a:xfrm>
            <a:off x="0" y="0"/>
            <a:ext cx="5087938" cy="6858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16684142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k">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stretch>
            <a:fillRect/>
          </a:stretch>
        </p:blipFill>
        <p:spPr>
          <a:xfrm>
            <a:off x="-121265" y="-7186895"/>
            <a:ext cx="12313265" cy="6931308"/>
          </a:xfrm>
          <a:prstGeom prst="rect">
            <a:avLst/>
          </a:prstGeom>
        </p:spPr>
      </p:pic>
      <p:sp>
        <p:nvSpPr>
          <p:cNvPr id="19" name="Marcador de posición de imagen 2"/>
          <p:cNvSpPr>
            <a:spLocks noGrp="1"/>
          </p:cNvSpPr>
          <p:nvPr>
            <p:ph type="pic" sz="quarter" idx="11"/>
          </p:nvPr>
        </p:nvSpPr>
        <p:spPr>
          <a:xfrm>
            <a:off x="766763" y="765175"/>
            <a:ext cx="4321175" cy="5327650"/>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95662227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v">
    <p:spTree>
      <p:nvGrpSpPr>
        <p:cNvPr id="1" name=""/>
        <p:cNvGrpSpPr/>
        <p:nvPr/>
      </p:nvGrpSpPr>
      <p:grpSpPr>
        <a:xfrm>
          <a:off x="0" y="0"/>
          <a:ext cx="0" cy="0"/>
          <a:chOff x="0" y="0"/>
          <a:chExt cx="0" cy="0"/>
        </a:xfrm>
      </p:grpSpPr>
      <p:sp>
        <p:nvSpPr>
          <p:cNvPr id="3" name="Marcador de posición de imagen 3"/>
          <p:cNvSpPr>
            <a:spLocks noGrp="1"/>
          </p:cNvSpPr>
          <p:nvPr>
            <p:ph type="pic" sz="quarter" idx="10"/>
          </p:nvPr>
        </p:nvSpPr>
        <p:spPr bwMode="ltGray">
          <a:xfrm>
            <a:off x="300038" y="296863"/>
            <a:ext cx="4787900" cy="6264276"/>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52615430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o">
    <p:spTree>
      <p:nvGrpSpPr>
        <p:cNvPr id="1" name=""/>
        <p:cNvGrpSpPr/>
        <p:nvPr/>
      </p:nvGrpSpPr>
      <p:grpSpPr>
        <a:xfrm>
          <a:off x="0" y="0"/>
          <a:ext cx="0" cy="0"/>
          <a:chOff x="0" y="0"/>
          <a:chExt cx="0" cy="0"/>
        </a:xfrm>
      </p:grpSpPr>
      <p:sp>
        <p:nvSpPr>
          <p:cNvPr id="4" name="Marcador de posición de imagen 3"/>
          <p:cNvSpPr>
            <a:spLocks noGrp="1"/>
          </p:cNvSpPr>
          <p:nvPr>
            <p:ph type="pic" sz="quarter" idx="11"/>
          </p:nvPr>
        </p:nvSpPr>
        <p:spPr bwMode="ltGray">
          <a:xfrm>
            <a:off x="4187825" y="296863"/>
            <a:ext cx="7704138" cy="6264275"/>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26413651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1o">
    <p:spTree>
      <p:nvGrpSpPr>
        <p:cNvPr id="1" name=""/>
        <p:cNvGrpSpPr/>
        <p:nvPr/>
      </p:nvGrpSpPr>
      <p:grpSpPr>
        <a:xfrm>
          <a:off x="0" y="0"/>
          <a:ext cx="0" cy="0"/>
          <a:chOff x="0" y="0"/>
          <a:chExt cx="0" cy="0"/>
        </a:xfrm>
      </p:grpSpPr>
      <p:sp>
        <p:nvSpPr>
          <p:cNvPr id="4" name="Marcador de posición de imagen 3"/>
          <p:cNvSpPr>
            <a:spLocks noGrp="1"/>
          </p:cNvSpPr>
          <p:nvPr>
            <p:ph type="pic" sz="quarter" idx="11"/>
          </p:nvPr>
        </p:nvSpPr>
        <p:spPr bwMode="ltGray">
          <a:xfrm>
            <a:off x="300038" y="296862"/>
            <a:ext cx="7704137" cy="6264275"/>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66732734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e">
    <p:spTree>
      <p:nvGrpSpPr>
        <p:cNvPr id="1" name=""/>
        <p:cNvGrpSpPr/>
        <p:nvPr/>
      </p:nvGrpSpPr>
      <p:grpSpPr>
        <a:xfrm>
          <a:off x="0" y="0"/>
          <a:ext cx="0" cy="0"/>
          <a:chOff x="0" y="0"/>
          <a:chExt cx="0" cy="0"/>
        </a:xfrm>
      </p:grpSpPr>
      <p:sp>
        <p:nvSpPr>
          <p:cNvPr id="5" name="Marcador de posición de imagen 2"/>
          <p:cNvSpPr>
            <a:spLocks noGrp="1"/>
          </p:cNvSpPr>
          <p:nvPr>
            <p:ph type="pic" sz="quarter" idx="11"/>
          </p:nvPr>
        </p:nvSpPr>
        <p:spPr>
          <a:xfrm>
            <a:off x="0" y="3136899"/>
            <a:ext cx="12192000" cy="3721101"/>
          </a:xfrm>
          <a:prstGeom prst="rect">
            <a:avLst/>
          </a:prstGeom>
          <a:solidFill>
            <a:srgbClr val="CFCAC3">
              <a:alpha val="91000"/>
            </a:srgbClr>
          </a:solidFill>
          <a:ln>
            <a:noFill/>
          </a:ln>
        </p:spPr>
        <p:txBody>
          <a:bodyPr/>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87745137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g">
    <p:spTree>
      <p:nvGrpSpPr>
        <p:cNvPr id="1" name=""/>
        <p:cNvGrpSpPr/>
        <p:nvPr/>
      </p:nvGrpSpPr>
      <p:grpSpPr>
        <a:xfrm>
          <a:off x="0" y="0"/>
          <a:ext cx="0" cy="0"/>
          <a:chOff x="0" y="0"/>
          <a:chExt cx="0" cy="0"/>
        </a:xfrm>
      </p:grpSpPr>
      <p:sp>
        <p:nvSpPr>
          <p:cNvPr id="3" name="Marcador de posición de imagen 2"/>
          <p:cNvSpPr>
            <a:spLocks noGrp="1"/>
          </p:cNvSpPr>
          <p:nvPr>
            <p:ph type="pic" sz="quarter" idx="10"/>
          </p:nvPr>
        </p:nvSpPr>
        <p:spPr>
          <a:xfrm>
            <a:off x="0" y="0"/>
            <a:ext cx="12192000" cy="4087906"/>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212650509"/>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h">
    <p:spTree>
      <p:nvGrpSpPr>
        <p:cNvPr id="1" name=""/>
        <p:cNvGrpSpPr/>
        <p:nvPr/>
      </p:nvGrpSpPr>
      <p:grpSpPr>
        <a:xfrm>
          <a:off x="0" y="0"/>
          <a:ext cx="0" cy="0"/>
          <a:chOff x="0" y="0"/>
          <a:chExt cx="0" cy="0"/>
        </a:xfrm>
      </p:grpSpPr>
      <p:sp>
        <p:nvSpPr>
          <p:cNvPr id="3" name="Marcador de posición de imagen 2"/>
          <p:cNvSpPr>
            <a:spLocks noGrp="1"/>
          </p:cNvSpPr>
          <p:nvPr>
            <p:ph type="pic" sz="quarter" idx="11"/>
          </p:nvPr>
        </p:nvSpPr>
        <p:spPr>
          <a:xfrm>
            <a:off x="0" y="0"/>
            <a:ext cx="12192000" cy="2540000"/>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080293611"/>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ca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69111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br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84051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a">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4192" y="0"/>
            <a:ext cx="6100192" cy="6858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096000" y="0"/>
            <a:ext cx="6096000" cy="6857999"/>
          </a:xfrm>
          <a:prstGeom prst="rect">
            <a:avLst/>
          </a:prstGeom>
          <a:solidFill>
            <a:schemeClr val="accent3">
              <a:lumMod val="20000"/>
              <a:lumOff val="80000"/>
              <a:alpha val="91000"/>
            </a:scheme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46287214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b">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4192" y="0"/>
            <a:ext cx="6028755" cy="6858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167438" y="0"/>
            <a:ext cx="6024562" cy="685799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145385781"/>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2c">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4192" y="296862"/>
            <a:ext cx="6100192" cy="62642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096000" y="296862"/>
            <a:ext cx="6096000" cy="6264275"/>
          </a:xfrm>
          <a:prstGeom prst="rect">
            <a:avLst/>
          </a:prstGeom>
          <a:solidFill>
            <a:schemeClr val="accent3">
              <a:lumMod val="20000"/>
              <a:lumOff val="80000"/>
              <a:alpha val="91000"/>
            </a:scheme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8337045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2d">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4192" y="296863"/>
            <a:ext cx="6028755" cy="626427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167438" y="296862"/>
            <a:ext cx="6024562" cy="62642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8069978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e">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766763" y="765175"/>
            <a:ext cx="5257800"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167439" y="765175"/>
            <a:ext cx="5257800"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9965572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f">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4192" y="1125537"/>
            <a:ext cx="6100192" cy="460851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096000" y="1125537"/>
            <a:ext cx="6096000" cy="4608513"/>
          </a:xfrm>
          <a:prstGeom prst="rect">
            <a:avLst/>
          </a:prstGeom>
          <a:solidFill>
            <a:srgbClr val="D4D0CE">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2532353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g">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300038" y="1125537"/>
            <a:ext cx="5795962" cy="460851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096000" y="1125537"/>
            <a:ext cx="5795963" cy="4608513"/>
          </a:xfrm>
          <a:prstGeom prst="rect">
            <a:avLst/>
          </a:prstGeom>
          <a:solidFill>
            <a:srgbClr val="D4D0CE">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7446180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h">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766763" y="1125537"/>
            <a:ext cx="5257800" cy="460851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167439" y="1125537"/>
            <a:ext cx="5257800" cy="460851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1781581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i">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4192" y="1700213"/>
            <a:ext cx="6100192" cy="34575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096000" y="1700213"/>
            <a:ext cx="6096000" cy="3457575"/>
          </a:xfrm>
          <a:prstGeom prst="rect">
            <a:avLst/>
          </a:prstGeom>
          <a:solidFill>
            <a:srgbClr val="D4D0CE">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981898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j">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4192" y="1700213"/>
            <a:ext cx="6028755" cy="34575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167438" y="1700213"/>
            <a:ext cx="6024562" cy="34575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7283038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k">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300038" y="1700213"/>
            <a:ext cx="5724525" cy="34575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167438" y="1700213"/>
            <a:ext cx="5724525" cy="34575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7134113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l">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0" y="1125539"/>
            <a:ext cx="6024563" cy="3455986"/>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6167438" y="2276475"/>
            <a:ext cx="6024562" cy="34575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269613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m">
    <p:bg>
      <p:bgPr>
        <a:solidFill>
          <a:schemeClr val="bg1"/>
        </a:solidFill>
        <a:effectLst/>
      </p:bgPr>
    </p:bg>
    <p:spTree>
      <p:nvGrpSpPr>
        <p:cNvPr id="1" name=""/>
        <p:cNvGrpSpPr/>
        <p:nvPr/>
      </p:nvGrpSpPr>
      <p:grpSpPr>
        <a:xfrm>
          <a:off x="0" y="0"/>
          <a:ext cx="0" cy="0"/>
          <a:chOff x="0" y="0"/>
          <a:chExt cx="0" cy="0"/>
        </a:xfrm>
      </p:grpSpPr>
      <p:sp>
        <p:nvSpPr>
          <p:cNvPr id="8" name="Marcador de posición de imagen 3"/>
          <p:cNvSpPr>
            <a:spLocks noGrp="1"/>
          </p:cNvSpPr>
          <p:nvPr>
            <p:ph type="pic" sz="quarter" idx="11"/>
          </p:nvPr>
        </p:nvSpPr>
        <p:spPr bwMode="ltGray">
          <a:xfrm>
            <a:off x="0" y="0"/>
            <a:ext cx="12192000" cy="6857999"/>
          </a:xfrm>
          <a:prstGeom prst="rect">
            <a:avLst/>
          </a:prstGeom>
          <a:solidFill>
            <a:srgbClr val="CFCAC3">
              <a:alpha val="91000"/>
            </a:srgbClr>
          </a:solidFill>
          <a:ln>
            <a:noFill/>
          </a:ln>
        </p:spPr>
        <p:txBody>
          <a:bodyPr/>
          <a:lstStyle>
            <a:lvl1pPr>
              <a:defRPr lang="es-CL" sz="1000" baseline="0">
                <a:solidFill>
                  <a:srgbClr val="5D554B"/>
                </a:solidFill>
              </a:defRPr>
            </a:lvl1pPr>
          </a:lstStyle>
          <a:p>
            <a:pPr marL="0" lvl="0" indent="0" algn="ctr">
              <a:buNone/>
            </a:pPr>
            <a:endParaRPr lang="es-CL"/>
          </a:p>
        </p:txBody>
      </p:sp>
      <p:sp>
        <p:nvSpPr>
          <p:cNvPr id="6" name="Marcador de posición de imagen 3"/>
          <p:cNvSpPr>
            <a:spLocks noGrp="1"/>
          </p:cNvSpPr>
          <p:nvPr>
            <p:ph type="pic" sz="quarter" idx="10"/>
          </p:nvPr>
        </p:nvSpPr>
        <p:spPr bwMode="ltGray">
          <a:xfrm>
            <a:off x="1" y="3429000"/>
            <a:ext cx="5087938" cy="3421063"/>
          </a:xfrm>
          <a:prstGeom prst="rect">
            <a:avLst/>
          </a:prstGeom>
          <a:solidFill>
            <a:schemeClr val="accent3">
              <a:lumMod val="20000"/>
              <a:lumOff val="80000"/>
              <a:alpha val="91000"/>
            </a:schemeClr>
          </a:solidFill>
          <a:ln>
            <a:noFill/>
          </a:ln>
        </p:spPr>
        <p:txBody>
          <a:bodyPr/>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0403756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2n">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1271588" y="549275"/>
            <a:ext cx="3816350" cy="57594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5159375" y="549275"/>
            <a:ext cx="3816350" cy="577298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2507832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o">
    <p:bg>
      <p:bgPr>
        <a:solidFill>
          <a:schemeClr val="bg1"/>
        </a:solidFill>
        <a:effectLst/>
      </p:bgPr>
    </p:bg>
    <p:spTree>
      <p:nvGrpSpPr>
        <p:cNvPr id="1" name=""/>
        <p:cNvGrpSpPr/>
        <p:nvPr/>
      </p:nvGrpSpPr>
      <p:grpSpPr>
        <a:xfrm>
          <a:off x="0" y="0"/>
          <a:ext cx="0" cy="0"/>
          <a:chOff x="0" y="0"/>
          <a:chExt cx="0" cy="0"/>
        </a:xfrm>
      </p:grpSpPr>
      <p:sp>
        <p:nvSpPr>
          <p:cNvPr id="6" name="Marcador de posición de imagen 3"/>
          <p:cNvSpPr>
            <a:spLocks noGrp="1"/>
          </p:cNvSpPr>
          <p:nvPr>
            <p:ph type="pic" sz="quarter" idx="10"/>
          </p:nvPr>
        </p:nvSpPr>
        <p:spPr bwMode="ltGray">
          <a:xfrm>
            <a:off x="300038" y="551185"/>
            <a:ext cx="4787899" cy="575754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1"/>
          </p:nvPr>
        </p:nvSpPr>
        <p:spPr bwMode="ltGray">
          <a:xfrm>
            <a:off x="7104063" y="551185"/>
            <a:ext cx="4787900" cy="574591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1909905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p">
    <p:spTree>
      <p:nvGrpSpPr>
        <p:cNvPr id="1" name=""/>
        <p:cNvGrpSpPr/>
        <p:nvPr/>
      </p:nvGrpSpPr>
      <p:grpSpPr>
        <a:xfrm>
          <a:off x="0" y="0"/>
          <a:ext cx="0" cy="0"/>
          <a:chOff x="0" y="0"/>
          <a:chExt cx="0" cy="0"/>
        </a:xfrm>
      </p:grpSpPr>
      <p:sp>
        <p:nvSpPr>
          <p:cNvPr id="10" name="Marcador de posición de imagen 3"/>
          <p:cNvSpPr>
            <a:spLocks noGrp="1"/>
          </p:cNvSpPr>
          <p:nvPr>
            <p:ph type="pic" sz="quarter" idx="11"/>
          </p:nvPr>
        </p:nvSpPr>
        <p:spPr bwMode="ltGray">
          <a:xfrm>
            <a:off x="9444037" y="296862"/>
            <a:ext cx="2447926" cy="6264275"/>
          </a:xfrm>
          <a:prstGeom prst="rect">
            <a:avLst/>
          </a:prstGeom>
          <a:solidFill>
            <a:schemeClr val="accent3">
              <a:lumMod val="20000"/>
              <a:lumOff val="80000"/>
              <a:alpha val="91000"/>
            </a:scheme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3"/>
          <p:cNvSpPr>
            <a:spLocks noGrp="1"/>
          </p:cNvSpPr>
          <p:nvPr>
            <p:ph type="pic" sz="quarter" idx="12"/>
          </p:nvPr>
        </p:nvSpPr>
        <p:spPr bwMode="ltGray">
          <a:xfrm>
            <a:off x="7104063" y="296862"/>
            <a:ext cx="2339975" cy="626427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466636781"/>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q">
    <p:spTree>
      <p:nvGrpSpPr>
        <p:cNvPr id="1" name=""/>
        <p:cNvGrpSpPr/>
        <p:nvPr/>
      </p:nvGrpSpPr>
      <p:grpSpPr>
        <a:xfrm>
          <a:off x="0" y="0"/>
          <a:ext cx="0" cy="0"/>
          <a:chOff x="0" y="0"/>
          <a:chExt cx="0" cy="0"/>
        </a:xfrm>
      </p:grpSpPr>
      <p:sp>
        <p:nvSpPr>
          <p:cNvPr id="4" name="Marcador de posición de imagen 3"/>
          <p:cNvSpPr>
            <a:spLocks noGrp="1"/>
          </p:cNvSpPr>
          <p:nvPr>
            <p:ph type="pic" sz="quarter" idx="10"/>
          </p:nvPr>
        </p:nvSpPr>
        <p:spPr>
          <a:xfrm>
            <a:off x="-2389" y="1139685"/>
            <a:ext cx="6100192" cy="456969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28" name="Marcador de posición de imagen 3"/>
          <p:cNvSpPr>
            <a:spLocks noGrp="1"/>
          </p:cNvSpPr>
          <p:nvPr>
            <p:ph type="pic" sz="quarter" idx="11"/>
          </p:nvPr>
        </p:nvSpPr>
        <p:spPr>
          <a:xfrm>
            <a:off x="6097802" y="1137906"/>
            <a:ext cx="6094198" cy="4571474"/>
          </a:xfrm>
          <a:prstGeom prst="rect">
            <a:avLst/>
          </a:prstGeom>
          <a:solidFill>
            <a:schemeClr val="accent3">
              <a:lumMod val="20000"/>
              <a:lumOff val="80000"/>
              <a:alpha val="91000"/>
            </a:scheme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579408468"/>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r">
    <p:spTree>
      <p:nvGrpSpPr>
        <p:cNvPr id="1" name=""/>
        <p:cNvGrpSpPr/>
        <p:nvPr/>
      </p:nvGrpSpPr>
      <p:grpSpPr>
        <a:xfrm>
          <a:off x="0" y="0"/>
          <a:ext cx="0" cy="0"/>
          <a:chOff x="0" y="0"/>
          <a:chExt cx="0" cy="0"/>
        </a:xfrm>
      </p:grpSpPr>
      <p:sp>
        <p:nvSpPr>
          <p:cNvPr id="4" name="Marcador de posición de imagen 3"/>
          <p:cNvSpPr>
            <a:spLocks noGrp="1"/>
          </p:cNvSpPr>
          <p:nvPr>
            <p:ph type="pic" sz="quarter" idx="10"/>
          </p:nvPr>
        </p:nvSpPr>
        <p:spPr>
          <a:xfrm>
            <a:off x="766763" y="3428999"/>
            <a:ext cx="4321175" cy="266382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29" name="Marcador de posición de imagen 3"/>
          <p:cNvSpPr>
            <a:spLocks noGrp="1"/>
          </p:cNvSpPr>
          <p:nvPr>
            <p:ph type="pic" sz="quarter" idx="11"/>
          </p:nvPr>
        </p:nvSpPr>
        <p:spPr>
          <a:xfrm>
            <a:off x="5159375" y="3428999"/>
            <a:ext cx="4321175" cy="2663825"/>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6515654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s">
    <p:spTree>
      <p:nvGrpSpPr>
        <p:cNvPr id="1" name=""/>
        <p:cNvGrpSpPr/>
        <p:nvPr/>
      </p:nvGrpSpPr>
      <p:grpSpPr>
        <a:xfrm>
          <a:off x="0" y="0"/>
          <a:ext cx="0" cy="0"/>
          <a:chOff x="0" y="0"/>
          <a:chExt cx="0" cy="0"/>
        </a:xfrm>
      </p:grpSpPr>
      <p:sp>
        <p:nvSpPr>
          <p:cNvPr id="36" name="Marcador de texto 2"/>
          <p:cNvSpPr>
            <a:spLocks noGrp="1"/>
          </p:cNvSpPr>
          <p:nvPr>
            <p:ph type="body" sz="quarter" idx="22" hasCustomPrompt="1"/>
          </p:nvPr>
        </p:nvSpPr>
        <p:spPr>
          <a:xfrm rot="16200000">
            <a:off x="-1428412" y="4864044"/>
            <a:ext cx="3419640" cy="562812"/>
          </a:xfrm>
          <a:prstGeom prst="rect">
            <a:avLst/>
          </a:prstGeom>
        </p:spPr>
        <p:txBody>
          <a:bodyPr anchor="ctr"/>
          <a:lstStyle>
            <a:lvl1pPr marL="0" indent="0" algn="l">
              <a:spcBef>
                <a:spcPts val="0"/>
              </a:spcBef>
              <a:buNone/>
              <a:defRPr sz="2400"/>
            </a:lvl1pPr>
          </a:lstStyle>
          <a:p>
            <a:pPr lvl="0"/>
            <a:r>
              <a:rPr lang="es-ES" dirty="0" err="1" smtClean="0"/>
              <a:t>teywgdzbjxz</a:t>
            </a:r>
            <a:endParaRPr lang="es-ES" dirty="0" smtClean="0"/>
          </a:p>
        </p:txBody>
      </p:sp>
      <p:sp>
        <p:nvSpPr>
          <p:cNvPr id="34" name="Marcador de posición de imagen 3"/>
          <p:cNvSpPr>
            <a:spLocks noGrp="1"/>
          </p:cNvSpPr>
          <p:nvPr>
            <p:ph type="pic" sz="quarter" idx="24"/>
          </p:nvPr>
        </p:nvSpPr>
        <p:spPr>
          <a:xfrm>
            <a:off x="7067551" y="2297200"/>
            <a:ext cx="4357688" cy="4569270"/>
          </a:xfrm>
          <a:prstGeom prst="rect">
            <a:avLst/>
          </a:prstGeom>
          <a:solidFill>
            <a:schemeClr val="accent3">
              <a:lumMod val="20000"/>
              <a:lumOff val="80000"/>
              <a:alpha val="91000"/>
            </a:scheme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7" name="Marcador de posición de imagen 3"/>
          <p:cNvSpPr>
            <a:spLocks noGrp="1"/>
          </p:cNvSpPr>
          <p:nvPr>
            <p:ph type="pic" sz="quarter" idx="25"/>
          </p:nvPr>
        </p:nvSpPr>
        <p:spPr>
          <a:xfrm>
            <a:off x="2709863" y="0"/>
            <a:ext cx="4357688" cy="456927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758018883"/>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t">
    <p:spTree>
      <p:nvGrpSpPr>
        <p:cNvPr id="1" name=""/>
        <p:cNvGrpSpPr/>
        <p:nvPr/>
      </p:nvGrpSpPr>
      <p:grpSpPr>
        <a:xfrm>
          <a:off x="0" y="0"/>
          <a:ext cx="0" cy="0"/>
          <a:chOff x="0" y="0"/>
          <a:chExt cx="0" cy="0"/>
        </a:xfrm>
      </p:grpSpPr>
      <p:pic>
        <p:nvPicPr>
          <p:cNvPr id="3" name="Imagen 2"/>
          <p:cNvPicPr>
            <a:picLocks noChangeAspect="1"/>
          </p:cNvPicPr>
          <p:nvPr userDrawn="1"/>
        </p:nvPicPr>
        <p:blipFill>
          <a:blip r:embed="rId2"/>
          <a:stretch>
            <a:fillRect/>
          </a:stretch>
        </p:blipFill>
        <p:spPr>
          <a:xfrm>
            <a:off x="12387489" y="0"/>
            <a:ext cx="12192000" cy="6886223"/>
          </a:xfrm>
          <a:prstGeom prst="rect">
            <a:avLst/>
          </a:prstGeom>
        </p:spPr>
      </p:pic>
      <p:sp>
        <p:nvSpPr>
          <p:cNvPr id="4" name="Marcador de posición de imagen 3"/>
          <p:cNvSpPr>
            <a:spLocks noGrp="1"/>
          </p:cNvSpPr>
          <p:nvPr>
            <p:ph type="pic" sz="quarter" idx="11"/>
          </p:nvPr>
        </p:nvSpPr>
        <p:spPr bwMode="ltGray">
          <a:xfrm>
            <a:off x="3216275" y="765175"/>
            <a:ext cx="8208963"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 name="Marcador de posición de imagen 3"/>
          <p:cNvSpPr>
            <a:spLocks noGrp="1"/>
          </p:cNvSpPr>
          <p:nvPr>
            <p:ph type="pic" sz="quarter" idx="12"/>
          </p:nvPr>
        </p:nvSpPr>
        <p:spPr bwMode="ltGray">
          <a:xfrm>
            <a:off x="5087144" y="4834063"/>
            <a:ext cx="2016919" cy="201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437089779"/>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6" name="Marcador de posición de imagen 2"/>
          <p:cNvSpPr>
            <a:spLocks noGrp="1"/>
          </p:cNvSpPr>
          <p:nvPr>
            <p:ph type="pic" sz="quarter" idx="17"/>
          </p:nvPr>
        </p:nvSpPr>
        <p:spPr>
          <a:xfrm>
            <a:off x="3216275" y="2493168"/>
            <a:ext cx="2843212" cy="320913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7" name="Marcador de posición de imagen 2"/>
          <p:cNvSpPr>
            <a:spLocks noGrp="1"/>
          </p:cNvSpPr>
          <p:nvPr>
            <p:ph type="pic" sz="quarter" idx="18"/>
          </p:nvPr>
        </p:nvSpPr>
        <p:spPr>
          <a:xfrm>
            <a:off x="6132511" y="2493168"/>
            <a:ext cx="5759452" cy="320913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3988028805"/>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3_Diseño personalizado">
    <p:spTree>
      <p:nvGrpSpPr>
        <p:cNvPr id="1" name=""/>
        <p:cNvGrpSpPr/>
        <p:nvPr/>
      </p:nvGrpSpPr>
      <p:grpSpPr>
        <a:xfrm>
          <a:off x="0" y="0"/>
          <a:ext cx="0" cy="0"/>
          <a:chOff x="0" y="0"/>
          <a:chExt cx="0" cy="0"/>
        </a:xfrm>
      </p:grpSpPr>
      <p:sp>
        <p:nvSpPr>
          <p:cNvPr id="3" name="Marcador de posición de imagen 3"/>
          <p:cNvSpPr>
            <a:spLocks noGrp="1"/>
          </p:cNvSpPr>
          <p:nvPr>
            <p:ph type="pic" sz="quarter" idx="10"/>
          </p:nvPr>
        </p:nvSpPr>
        <p:spPr bwMode="ltGray">
          <a:xfrm>
            <a:off x="300038" y="1125538"/>
            <a:ext cx="3816349" cy="460851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0" name="Marcador de posición de imagen 3"/>
          <p:cNvSpPr>
            <a:spLocks noGrp="1"/>
          </p:cNvSpPr>
          <p:nvPr>
            <p:ph type="pic" sz="quarter" idx="11"/>
          </p:nvPr>
        </p:nvSpPr>
        <p:spPr bwMode="ltGray">
          <a:xfrm>
            <a:off x="8075613" y="1125539"/>
            <a:ext cx="3816350" cy="460851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3"/>
          <p:cNvSpPr>
            <a:spLocks noGrp="1"/>
          </p:cNvSpPr>
          <p:nvPr>
            <p:ph type="pic" sz="quarter" idx="12"/>
          </p:nvPr>
        </p:nvSpPr>
        <p:spPr bwMode="ltGray">
          <a:xfrm>
            <a:off x="4187825" y="1125539"/>
            <a:ext cx="3816350" cy="460851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864109893"/>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1_Diseño personalizado">
    <p:spTree>
      <p:nvGrpSpPr>
        <p:cNvPr id="1" name=""/>
        <p:cNvGrpSpPr/>
        <p:nvPr/>
      </p:nvGrpSpPr>
      <p:grpSpPr>
        <a:xfrm>
          <a:off x="0" y="0"/>
          <a:ext cx="0" cy="0"/>
          <a:chOff x="0" y="0"/>
          <a:chExt cx="0" cy="0"/>
        </a:xfrm>
      </p:grpSpPr>
      <p:sp>
        <p:nvSpPr>
          <p:cNvPr id="10" name="Marcador de posición de imagen 3"/>
          <p:cNvSpPr>
            <a:spLocks noGrp="1"/>
          </p:cNvSpPr>
          <p:nvPr>
            <p:ph type="pic" sz="quarter" idx="11"/>
          </p:nvPr>
        </p:nvSpPr>
        <p:spPr bwMode="ltGray">
          <a:xfrm>
            <a:off x="9048751" y="549275"/>
            <a:ext cx="2843212" cy="57594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6" name="Marcador de posición de imagen 3"/>
          <p:cNvSpPr>
            <a:spLocks noGrp="1"/>
          </p:cNvSpPr>
          <p:nvPr>
            <p:ph type="pic" sz="quarter" idx="12"/>
          </p:nvPr>
        </p:nvSpPr>
        <p:spPr bwMode="ltGray">
          <a:xfrm>
            <a:off x="6132514" y="549275"/>
            <a:ext cx="2843211" cy="57594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7" name="Marcador de posición de imagen 3"/>
          <p:cNvSpPr>
            <a:spLocks noGrp="1"/>
          </p:cNvSpPr>
          <p:nvPr>
            <p:ph type="pic" sz="quarter" idx="13"/>
          </p:nvPr>
        </p:nvSpPr>
        <p:spPr bwMode="ltGray">
          <a:xfrm>
            <a:off x="3216275" y="549275"/>
            <a:ext cx="2843213" cy="57594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98143244"/>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6_Diseño personalizado">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stretch>
            <a:fillRect/>
          </a:stretch>
        </p:blipFill>
        <p:spPr>
          <a:xfrm>
            <a:off x="12534900" y="0"/>
            <a:ext cx="12191994" cy="6886219"/>
          </a:xfrm>
          <a:prstGeom prst="rect">
            <a:avLst/>
          </a:prstGeom>
        </p:spPr>
      </p:pic>
      <p:sp>
        <p:nvSpPr>
          <p:cNvPr id="86" name="Marcador de posición de imagen 3"/>
          <p:cNvSpPr>
            <a:spLocks noGrp="1"/>
          </p:cNvSpPr>
          <p:nvPr>
            <p:ph type="pic" sz="quarter" idx="13"/>
          </p:nvPr>
        </p:nvSpPr>
        <p:spPr>
          <a:xfrm>
            <a:off x="7104063" y="765174"/>
            <a:ext cx="1944000" cy="5327651"/>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11" name="Marcador de posición de imagen 3"/>
          <p:cNvSpPr>
            <a:spLocks noGrp="1"/>
          </p:cNvSpPr>
          <p:nvPr>
            <p:ph type="pic" sz="quarter" idx="14"/>
          </p:nvPr>
        </p:nvSpPr>
        <p:spPr>
          <a:xfrm>
            <a:off x="5160513" y="765174"/>
            <a:ext cx="1944000" cy="5327651"/>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12" name="Marcador de posición de imagen 3"/>
          <p:cNvSpPr>
            <a:spLocks noGrp="1"/>
          </p:cNvSpPr>
          <p:nvPr>
            <p:ph type="pic" sz="quarter" idx="15"/>
          </p:nvPr>
        </p:nvSpPr>
        <p:spPr>
          <a:xfrm>
            <a:off x="9048750" y="765174"/>
            <a:ext cx="1944000" cy="5327651"/>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2" name="Rectángulo 31"/>
          <p:cNvSpPr/>
          <p:nvPr userDrawn="1"/>
        </p:nvSpPr>
        <p:spPr>
          <a:xfrm>
            <a:off x="7105201" y="3154033"/>
            <a:ext cx="582612" cy="55469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ángulo 34"/>
          <p:cNvSpPr/>
          <p:nvPr userDrawn="1"/>
        </p:nvSpPr>
        <p:spPr>
          <a:xfrm>
            <a:off x="5160513" y="3154033"/>
            <a:ext cx="582612" cy="55469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6" name="Rectángulo 35"/>
          <p:cNvSpPr/>
          <p:nvPr userDrawn="1"/>
        </p:nvSpPr>
        <p:spPr>
          <a:xfrm>
            <a:off x="9048302" y="3154033"/>
            <a:ext cx="582612" cy="55469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288420697"/>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7_Diseño personalizado">
    <p:spTree>
      <p:nvGrpSpPr>
        <p:cNvPr id="1" name=""/>
        <p:cNvGrpSpPr/>
        <p:nvPr/>
      </p:nvGrpSpPr>
      <p:grpSpPr>
        <a:xfrm>
          <a:off x="0" y="0"/>
          <a:ext cx="0" cy="0"/>
          <a:chOff x="0" y="0"/>
          <a:chExt cx="0" cy="0"/>
        </a:xfrm>
      </p:grpSpPr>
      <p:sp>
        <p:nvSpPr>
          <p:cNvPr id="27" name="Marcador de posición de imagen 3"/>
          <p:cNvSpPr>
            <a:spLocks noGrp="1"/>
          </p:cNvSpPr>
          <p:nvPr>
            <p:ph type="pic" sz="quarter" idx="11"/>
          </p:nvPr>
        </p:nvSpPr>
        <p:spPr>
          <a:xfrm>
            <a:off x="5087938" y="1417607"/>
            <a:ext cx="2916236" cy="4022786"/>
          </a:xfrm>
          <a:prstGeom prst="rect">
            <a:avLst/>
          </a:prstGeom>
          <a:solidFill>
            <a:schemeClr val="bg2">
              <a:lumMod val="90000"/>
            </a:schemeClr>
          </a:solidFill>
        </p:spPr>
        <p:txBody>
          <a:bodyPr/>
          <a:lstStyle/>
          <a:p>
            <a:endParaRPr lang="es-CL"/>
          </a:p>
        </p:txBody>
      </p:sp>
      <p:sp>
        <p:nvSpPr>
          <p:cNvPr id="52" name="Marcador de posición de imagen 3"/>
          <p:cNvSpPr>
            <a:spLocks noGrp="1"/>
          </p:cNvSpPr>
          <p:nvPr>
            <p:ph type="pic" sz="quarter" idx="12"/>
          </p:nvPr>
        </p:nvSpPr>
        <p:spPr>
          <a:xfrm>
            <a:off x="300039" y="765175"/>
            <a:ext cx="3962038" cy="5327650"/>
          </a:xfrm>
          <a:prstGeom prst="rect">
            <a:avLst/>
          </a:prstGeom>
          <a:solidFill>
            <a:schemeClr val="bg2">
              <a:lumMod val="90000"/>
            </a:schemeClr>
          </a:solidFill>
        </p:spPr>
        <p:txBody>
          <a:bodyPr/>
          <a:lstStyle/>
          <a:p>
            <a:endParaRPr lang="es-CL"/>
          </a:p>
        </p:txBody>
      </p:sp>
      <p:sp>
        <p:nvSpPr>
          <p:cNvPr id="6" name="Marcador de posición de imagen 3"/>
          <p:cNvSpPr>
            <a:spLocks noGrp="1"/>
          </p:cNvSpPr>
          <p:nvPr>
            <p:ph type="pic" sz="quarter" idx="13"/>
          </p:nvPr>
        </p:nvSpPr>
        <p:spPr>
          <a:xfrm>
            <a:off x="8490744" y="1417607"/>
            <a:ext cx="2916238" cy="4022786"/>
          </a:xfrm>
          <a:prstGeom prst="rect">
            <a:avLst/>
          </a:prstGeom>
          <a:solidFill>
            <a:schemeClr val="bg2">
              <a:lumMod val="90000"/>
            </a:schemeClr>
          </a:solidFill>
        </p:spPr>
        <p:txBody>
          <a:bodyPr/>
          <a:lstStyle/>
          <a:p>
            <a:endParaRPr lang="es-CL"/>
          </a:p>
        </p:txBody>
      </p:sp>
    </p:spTree>
    <p:extLst>
      <p:ext uri="{BB962C8B-B14F-4D97-AF65-F5344CB8AC3E}">
        <p14:creationId xmlns:p14="http://schemas.microsoft.com/office/powerpoint/2010/main" val="17712627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8_Diseño personalizado">
    <p:spTree>
      <p:nvGrpSpPr>
        <p:cNvPr id="1" name=""/>
        <p:cNvGrpSpPr/>
        <p:nvPr/>
      </p:nvGrpSpPr>
      <p:grpSpPr>
        <a:xfrm>
          <a:off x="0" y="0"/>
          <a:ext cx="0" cy="0"/>
          <a:chOff x="0" y="0"/>
          <a:chExt cx="0" cy="0"/>
        </a:xfrm>
      </p:grpSpPr>
      <p:sp>
        <p:nvSpPr>
          <p:cNvPr id="54" name="Marcador de posición de imagen 3"/>
          <p:cNvSpPr>
            <a:spLocks noGrp="1"/>
          </p:cNvSpPr>
          <p:nvPr>
            <p:ph type="pic" sz="quarter" idx="12"/>
          </p:nvPr>
        </p:nvSpPr>
        <p:spPr>
          <a:xfrm>
            <a:off x="300040" y="730081"/>
            <a:ext cx="4787899" cy="2544916"/>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0" name="Marcador de posición de imagen 3"/>
          <p:cNvSpPr>
            <a:spLocks noGrp="1"/>
          </p:cNvSpPr>
          <p:nvPr>
            <p:ph type="pic" sz="quarter" idx="14"/>
          </p:nvPr>
        </p:nvSpPr>
        <p:spPr>
          <a:xfrm>
            <a:off x="6132513" y="765174"/>
            <a:ext cx="5292726" cy="5327651"/>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53" name="Marcador de posición de imagen 3"/>
          <p:cNvSpPr>
            <a:spLocks noGrp="1"/>
          </p:cNvSpPr>
          <p:nvPr>
            <p:ph type="pic" sz="quarter" idx="15"/>
          </p:nvPr>
        </p:nvSpPr>
        <p:spPr>
          <a:xfrm>
            <a:off x="294690" y="3536721"/>
            <a:ext cx="4787899" cy="2544916"/>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727940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8_Diseño personalizado">
    <p:spTree>
      <p:nvGrpSpPr>
        <p:cNvPr id="1" name=""/>
        <p:cNvGrpSpPr/>
        <p:nvPr/>
      </p:nvGrpSpPr>
      <p:grpSpPr>
        <a:xfrm>
          <a:off x="0" y="0"/>
          <a:ext cx="0" cy="0"/>
          <a:chOff x="0" y="0"/>
          <a:chExt cx="0" cy="0"/>
        </a:xfrm>
      </p:grpSpPr>
      <p:sp>
        <p:nvSpPr>
          <p:cNvPr id="52" name="Marcador de posición de imagen 3"/>
          <p:cNvSpPr>
            <a:spLocks noGrp="1"/>
          </p:cNvSpPr>
          <p:nvPr>
            <p:ph type="pic" sz="quarter" idx="12"/>
          </p:nvPr>
        </p:nvSpPr>
        <p:spPr>
          <a:xfrm>
            <a:off x="3648076" y="3428999"/>
            <a:ext cx="3887787"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6" name="Marcador de posición de imagen 3"/>
          <p:cNvSpPr>
            <a:spLocks noGrp="1"/>
          </p:cNvSpPr>
          <p:nvPr>
            <p:ph type="pic" sz="quarter" idx="13"/>
          </p:nvPr>
        </p:nvSpPr>
        <p:spPr>
          <a:xfrm>
            <a:off x="5592763" y="1143000"/>
            <a:ext cx="3887788" cy="2286000"/>
          </a:xfrm>
          <a:prstGeom prst="rect">
            <a:avLst/>
          </a:prstGeom>
          <a:solidFill>
            <a:srgbClr val="D4D0CE">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0" name="Marcador de posición de imagen 3"/>
          <p:cNvSpPr>
            <a:spLocks noGrp="1"/>
          </p:cNvSpPr>
          <p:nvPr>
            <p:ph type="pic" sz="quarter" idx="14"/>
          </p:nvPr>
        </p:nvSpPr>
        <p:spPr>
          <a:xfrm>
            <a:off x="7535863" y="2286000"/>
            <a:ext cx="3889375"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3222900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3_Diseño personalizado">
    <p:spTree>
      <p:nvGrpSpPr>
        <p:cNvPr id="1" name=""/>
        <p:cNvGrpSpPr/>
        <p:nvPr/>
      </p:nvGrpSpPr>
      <p:grpSpPr>
        <a:xfrm>
          <a:off x="0" y="0"/>
          <a:ext cx="0" cy="0"/>
          <a:chOff x="0" y="0"/>
          <a:chExt cx="0" cy="0"/>
        </a:xfrm>
      </p:grpSpPr>
      <p:grpSp>
        <p:nvGrpSpPr>
          <p:cNvPr id="28" name="Grupo 27"/>
          <p:cNvGrpSpPr/>
          <p:nvPr userDrawn="1"/>
        </p:nvGrpSpPr>
        <p:grpSpPr>
          <a:xfrm>
            <a:off x="-544037" y="-675830"/>
            <a:ext cx="13659962" cy="8204203"/>
            <a:chOff x="-544037" y="-675830"/>
            <a:chExt cx="13659962" cy="8204203"/>
          </a:xfrm>
        </p:grpSpPr>
        <p:sp>
          <p:nvSpPr>
            <p:cNvPr id="29" name="Rectángulo 28"/>
            <p:cNvSpPr/>
            <p:nvPr userDrawn="1"/>
          </p:nvSpPr>
          <p:spPr>
            <a:xfrm>
              <a:off x="-1273" y="1135879"/>
              <a:ext cx="12193273" cy="1144800"/>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0" name="Rectángulo 29"/>
            <p:cNvSpPr/>
            <p:nvPr userDrawn="1"/>
          </p:nvSpPr>
          <p:spPr>
            <a:xfrm>
              <a:off x="-1" y="4569292"/>
              <a:ext cx="12192001" cy="1144800"/>
            </a:xfrm>
            <a:prstGeom prst="rect">
              <a:avLst/>
            </a:prstGeom>
            <a:noFill/>
            <a:ln w="3175">
              <a:solidFill>
                <a:schemeClr val="accent2">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1" name="Rectángulo 30"/>
            <p:cNvSpPr/>
            <p:nvPr userDrawn="1"/>
          </p:nvSpPr>
          <p:spPr>
            <a:xfrm>
              <a:off x="-5" y="5713398"/>
              <a:ext cx="12191999" cy="1142823"/>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2" name="Rectángulo 31"/>
            <p:cNvSpPr/>
            <p:nvPr userDrawn="1"/>
          </p:nvSpPr>
          <p:spPr>
            <a:xfrm>
              <a:off x="0" y="2281473"/>
              <a:ext cx="12192000" cy="1144800"/>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3" name="Rectángulo 32"/>
            <p:cNvSpPr/>
            <p:nvPr userDrawn="1"/>
          </p:nvSpPr>
          <p:spPr>
            <a:xfrm>
              <a:off x="-2385" y="3426273"/>
              <a:ext cx="12194385" cy="1144800"/>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34" name="Conector recto 33"/>
            <p:cNvCxnSpPr/>
            <p:nvPr userDrawn="1"/>
          </p:nvCxnSpPr>
          <p:spPr>
            <a:xfrm>
              <a:off x="-542925" y="1713042"/>
              <a:ext cx="13582650" cy="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Conector recto 34"/>
            <p:cNvCxnSpPr/>
            <p:nvPr userDrawn="1"/>
          </p:nvCxnSpPr>
          <p:spPr>
            <a:xfrm>
              <a:off x="-542925" y="2863621"/>
              <a:ext cx="13582650" cy="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Conector recto 35"/>
            <p:cNvCxnSpPr/>
            <p:nvPr userDrawn="1"/>
          </p:nvCxnSpPr>
          <p:spPr>
            <a:xfrm>
              <a:off x="-542925" y="3984623"/>
              <a:ext cx="13582650" cy="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Conector recto 36"/>
            <p:cNvCxnSpPr/>
            <p:nvPr userDrawn="1"/>
          </p:nvCxnSpPr>
          <p:spPr>
            <a:xfrm>
              <a:off x="-542925" y="5141692"/>
              <a:ext cx="13582650" cy="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 name="Conector recto 37"/>
            <p:cNvCxnSpPr/>
            <p:nvPr userDrawn="1"/>
          </p:nvCxnSpPr>
          <p:spPr>
            <a:xfrm>
              <a:off x="-466725" y="6254426"/>
              <a:ext cx="1358265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Conector recto 38"/>
            <p:cNvCxnSpPr/>
            <p:nvPr userDrawn="1"/>
          </p:nvCxnSpPr>
          <p:spPr>
            <a:xfrm>
              <a:off x="-544037" y="568479"/>
              <a:ext cx="1358265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Rectángulo 39"/>
            <p:cNvSpPr/>
            <p:nvPr userDrawn="1"/>
          </p:nvSpPr>
          <p:spPr>
            <a:xfrm>
              <a:off x="-2390" y="1780"/>
              <a:ext cx="565202" cy="6856220"/>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1" name="Rectángulo 40"/>
            <p:cNvSpPr/>
            <p:nvPr userDrawn="1"/>
          </p:nvSpPr>
          <p:spPr>
            <a:xfrm>
              <a:off x="11619594" y="1780"/>
              <a:ext cx="572400" cy="6856220"/>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2" name="Rectángulo 41"/>
            <p:cNvSpPr/>
            <p:nvPr userDrawn="1"/>
          </p:nvSpPr>
          <p:spPr>
            <a:xfrm>
              <a:off x="2778004" y="-2727"/>
              <a:ext cx="2210400" cy="6857999"/>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3" name="Rectángulo 42"/>
            <p:cNvSpPr/>
            <p:nvPr userDrawn="1"/>
          </p:nvSpPr>
          <p:spPr>
            <a:xfrm>
              <a:off x="4990800" y="0"/>
              <a:ext cx="2210400" cy="6857999"/>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4" name="Rectángulo 43"/>
            <p:cNvSpPr/>
            <p:nvPr userDrawn="1"/>
          </p:nvSpPr>
          <p:spPr>
            <a:xfrm>
              <a:off x="565208" y="-2728"/>
              <a:ext cx="2210400" cy="6857999"/>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5" name="Rectángulo 44"/>
            <p:cNvSpPr/>
            <p:nvPr userDrawn="1"/>
          </p:nvSpPr>
          <p:spPr>
            <a:xfrm>
              <a:off x="7203596" y="-2729"/>
              <a:ext cx="2210400" cy="6857999"/>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6" name="Rectángulo 45"/>
            <p:cNvSpPr/>
            <p:nvPr userDrawn="1"/>
          </p:nvSpPr>
          <p:spPr>
            <a:xfrm>
              <a:off x="9406798" y="1"/>
              <a:ext cx="2210400" cy="6857999"/>
            </a:xfrm>
            <a:prstGeom prst="rect">
              <a:avLst/>
            </a:prstGeom>
            <a:no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47" name="Conector recto 46"/>
            <p:cNvCxnSpPr/>
            <p:nvPr userDrawn="1"/>
          </p:nvCxnSpPr>
          <p:spPr>
            <a:xfrm>
              <a:off x="1678804" y="-675827"/>
              <a:ext cx="0" cy="820420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Conector recto 47"/>
            <p:cNvCxnSpPr/>
            <p:nvPr userDrawn="1"/>
          </p:nvCxnSpPr>
          <p:spPr>
            <a:xfrm>
              <a:off x="3876610" y="-675830"/>
              <a:ext cx="0" cy="820420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Conector recto 48"/>
            <p:cNvCxnSpPr/>
            <p:nvPr userDrawn="1"/>
          </p:nvCxnSpPr>
          <p:spPr>
            <a:xfrm>
              <a:off x="6100198" y="-675830"/>
              <a:ext cx="0" cy="820420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Conector recto 49"/>
            <p:cNvCxnSpPr/>
            <p:nvPr userDrawn="1"/>
          </p:nvCxnSpPr>
          <p:spPr>
            <a:xfrm>
              <a:off x="8310166" y="-675830"/>
              <a:ext cx="0" cy="820420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1" name="Conector recto 50"/>
            <p:cNvCxnSpPr/>
            <p:nvPr userDrawn="1"/>
          </p:nvCxnSpPr>
          <p:spPr>
            <a:xfrm>
              <a:off x="10529987" y="-675830"/>
              <a:ext cx="0" cy="8204200"/>
            </a:xfrm>
            <a:prstGeom prst="line">
              <a:avLst/>
            </a:prstGeom>
            <a:ln>
              <a:solidFill>
                <a:schemeClr val="accent2">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54" name="Marcador de posición de imagen 3"/>
          <p:cNvSpPr>
            <a:spLocks noGrp="1"/>
          </p:cNvSpPr>
          <p:nvPr>
            <p:ph type="pic" sz="quarter" idx="12"/>
          </p:nvPr>
        </p:nvSpPr>
        <p:spPr>
          <a:xfrm>
            <a:off x="300039" y="296863"/>
            <a:ext cx="5797764" cy="3147426"/>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5" name="Marcador de posición de imagen 3"/>
          <p:cNvSpPr>
            <a:spLocks noGrp="1"/>
          </p:cNvSpPr>
          <p:nvPr>
            <p:ph type="pic" sz="quarter" idx="13"/>
          </p:nvPr>
        </p:nvSpPr>
        <p:spPr>
          <a:xfrm>
            <a:off x="300039" y="3425242"/>
            <a:ext cx="5797764" cy="3135896"/>
          </a:xfrm>
          <a:prstGeom prst="rect">
            <a:avLst/>
          </a:prstGeom>
          <a:solidFill>
            <a:srgbClr val="D4D0CE">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0" name="Marcador de posición de imagen 3"/>
          <p:cNvSpPr>
            <a:spLocks noGrp="1"/>
          </p:cNvSpPr>
          <p:nvPr>
            <p:ph type="pic" sz="quarter" idx="14"/>
          </p:nvPr>
        </p:nvSpPr>
        <p:spPr>
          <a:xfrm>
            <a:off x="6097801" y="296863"/>
            <a:ext cx="5794161" cy="6264275"/>
          </a:xfrm>
          <a:prstGeom prst="rect">
            <a:avLst/>
          </a:prstGeom>
          <a:solidFill>
            <a:schemeClr val="accent3">
              <a:lumMod val="20000"/>
              <a:lumOff val="80000"/>
              <a:alpha val="91000"/>
            </a:scheme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40854524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pic>
        <p:nvPicPr>
          <p:cNvPr id="3" name="Imagen 2"/>
          <p:cNvPicPr>
            <a:picLocks noChangeAspect="1"/>
          </p:cNvPicPr>
          <p:nvPr userDrawn="1"/>
        </p:nvPicPr>
        <p:blipFill>
          <a:blip r:embed="rId2"/>
          <a:stretch>
            <a:fillRect/>
          </a:stretch>
        </p:blipFill>
        <p:spPr>
          <a:xfrm>
            <a:off x="12476842" y="-7937"/>
            <a:ext cx="12165496" cy="6858000"/>
          </a:xfrm>
          <a:prstGeom prst="rect">
            <a:avLst/>
          </a:prstGeom>
        </p:spPr>
      </p:pic>
      <p:sp>
        <p:nvSpPr>
          <p:cNvPr id="4" name="Marcador de posición de imagen 3"/>
          <p:cNvSpPr>
            <a:spLocks noGrp="1"/>
          </p:cNvSpPr>
          <p:nvPr>
            <p:ph type="pic" sz="quarter" idx="12"/>
          </p:nvPr>
        </p:nvSpPr>
        <p:spPr bwMode="ltGray">
          <a:xfrm>
            <a:off x="5087144" y="4564064"/>
            <a:ext cx="2016919"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 name="Marcador de posición de imagen 3"/>
          <p:cNvSpPr>
            <a:spLocks noGrp="1"/>
          </p:cNvSpPr>
          <p:nvPr>
            <p:ph type="pic" sz="quarter" idx="13"/>
          </p:nvPr>
        </p:nvSpPr>
        <p:spPr bwMode="ltGray">
          <a:xfrm>
            <a:off x="5087144" y="2286159"/>
            <a:ext cx="2016919" cy="2277904"/>
          </a:xfrm>
          <a:prstGeom prst="rect">
            <a:avLst/>
          </a:prstGeom>
          <a:solidFill>
            <a:schemeClr val="bg1">
              <a:lumMod val="85000"/>
              <a:alpha val="91000"/>
            </a:scheme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4" name="Marcador de posición de imagen 3"/>
          <p:cNvSpPr>
            <a:spLocks noGrp="1"/>
          </p:cNvSpPr>
          <p:nvPr>
            <p:ph type="pic" sz="quarter" idx="14"/>
          </p:nvPr>
        </p:nvSpPr>
        <p:spPr bwMode="ltGray">
          <a:xfrm>
            <a:off x="5087144" y="8254"/>
            <a:ext cx="2016919" cy="227790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4805293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2_Diseño personalizado">
    <p:spTree>
      <p:nvGrpSpPr>
        <p:cNvPr id="1" name=""/>
        <p:cNvGrpSpPr/>
        <p:nvPr/>
      </p:nvGrpSpPr>
      <p:grpSpPr>
        <a:xfrm>
          <a:off x="0" y="0"/>
          <a:ext cx="0" cy="0"/>
          <a:chOff x="0" y="0"/>
          <a:chExt cx="0" cy="0"/>
        </a:xfrm>
      </p:grpSpPr>
      <p:sp>
        <p:nvSpPr>
          <p:cNvPr id="82" name="Marcador de posición de imagen 3"/>
          <p:cNvSpPr>
            <a:spLocks noGrp="1"/>
          </p:cNvSpPr>
          <p:nvPr>
            <p:ph type="pic" sz="quarter" idx="16"/>
          </p:nvPr>
        </p:nvSpPr>
        <p:spPr>
          <a:xfrm>
            <a:off x="5159375" y="3429000"/>
            <a:ext cx="2250000" cy="3429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7" name="Marcador de posición de imagen 3"/>
          <p:cNvSpPr>
            <a:spLocks noGrp="1"/>
          </p:cNvSpPr>
          <p:nvPr>
            <p:ph type="pic" sz="quarter" idx="26"/>
          </p:nvPr>
        </p:nvSpPr>
        <p:spPr>
          <a:xfrm>
            <a:off x="9012237" y="0"/>
            <a:ext cx="2250000" cy="3429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7" name="Marcador de posición de imagen 3"/>
          <p:cNvSpPr>
            <a:spLocks noGrp="1"/>
          </p:cNvSpPr>
          <p:nvPr>
            <p:ph type="pic" sz="quarter" idx="27"/>
          </p:nvPr>
        </p:nvSpPr>
        <p:spPr>
          <a:xfrm>
            <a:off x="2837938" y="3429000"/>
            <a:ext cx="2250000" cy="3429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758480570"/>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3" name="Imagen 2"/>
          <p:cNvPicPr>
            <a:picLocks noChangeAspect="1"/>
          </p:cNvPicPr>
          <p:nvPr userDrawn="1"/>
        </p:nvPicPr>
        <p:blipFill>
          <a:blip r:embed="rId2"/>
          <a:stretch>
            <a:fillRect/>
          </a:stretch>
        </p:blipFill>
        <p:spPr>
          <a:xfrm>
            <a:off x="12325350" y="-19966"/>
            <a:ext cx="12196792" cy="6870029"/>
          </a:xfrm>
          <a:prstGeom prst="rect">
            <a:avLst/>
          </a:prstGeom>
        </p:spPr>
      </p:pic>
      <p:sp>
        <p:nvSpPr>
          <p:cNvPr id="4" name="Marcador de posición de imagen 3"/>
          <p:cNvSpPr>
            <a:spLocks noGrp="1"/>
          </p:cNvSpPr>
          <p:nvPr>
            <p:ph type="pic" sz="quarter" idx="17"/>
          </p:nvPr>
        </p:nvSpPr>
        <p:spPr>
          <a:xfrm>
            <a:off x="3143250" y="101600"/>
            <a:ext cx="2016125" cy="2283617"/>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7" name="Marcador de posición de imagen 3"/>
          <p:cNvSpPr>
            <a:spLocks noGrp="1"/>
          </p:cNvSpPr>
          <p:nvPr>
            <p:ph type="pic" sz="quarter" idx="21"/>
          </p:nvPr>
        </p:nvSpPr>
        <p:spPr>
          <a:xfrm>
            <a:off x="3143250" y="4566446"/>
            <a:ext cx="2016124" cy="2283617"/>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 name="Marcador de posición de imagen 3"/>
          <p:cNvSpPr>
            <a:spLocks noGrp="1"/>
          </p:cNvSpPr>
          <p:nvPr>
            <p:ph type="pic" sz="quarter" idx="22"/>
          </p:nvPr>
        </p:nvSpPr>
        <p:spPr>
          <a:xfrm>
            <a:off x="7032625" y="2385217"/>
            <a:ext cx="3959225" cy="447278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28515940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7_Diseño personalizado">
    <p:spTree>
      <p:nvGrpSpPr>
        <p:cNvPr id="1" name=""/>
        <p:cNvGrpSpPr/>
        <p:nvPr/>
      </p:nvGrpSpPr>
      <p:grpSpPr>
        <a:xfrm>
          <a:off x="0" y="0"/>
          <a:ext cx="0" cy="0"/>
          <a:chOff x="0" y="0"/>
          <a:chExt cx="0" cy="0"/>
        </a:xfrm>
      </p:grpSpPr>
      <p:sp>
        <p:nvSpPr>
          <p:cNvPr id="37" name="Marcador de posición de imagen 2"/>
          <p:cNvSpPr>
            <a:spLocks noGrp="1"/>
          </p:cNvSpPr>
          <p:nvPr>
            <p:ph type="pic" sz="quarter" idx="11"/>
          </p:nvPr>
        </p:nvSpPr>
        <p:spPr>
          <a:xfrm>
            <a:off x="766763" y="296863"/>
            <a:ext cx="3851275" cy="197379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dirty="0"/>
          </a:p>
        </p:txBody>
      </p:sp>
      <p:sp>
        <p:nvSpPr>
          <p:cNvPr id="38" name="Marcador de posición de imagen 2"/>
          <p:cNvSpPr>
            <a:spLocks noGrp="1"/>
          </p:cNvSpPr>
          <p:nvPr>
            <p:ph type="pic" sz="quarter" idx="12"/>
          </p:nvPr>
        </p:nvSpPr>
        <p:spPr>
          <a:xfrm>
            <a:off x="766763" y="2270656"/>
            <a:ext cx="3851275" cy="2088093"/>
          </a:xfrm>
          <a:prstGeom prst="rect">
            <a:avLst/>
          </a:prstGeom>
          <a:solidFill>
            <a:schemeClr val="accent3">
              <a:lumMod val="20000"/>
              <a:lumOff val="80000"/>
            </a:schemeClr>
          </a:solidFill>
          <a:ln>
            <a:noFill/>
          </a:ln>
        </p:spPr>
        <p:txBody>
          <a:bodyPr/>
          <a:lstStyle>
            <a:lvl1pPr>
              <a:defRPr lang="es-CL" sz="1000" kern="1200" baseline="0" dirty="0">
                <a:solidFill>
                  <a:srgbClr val="5D554B"/>
                </a:solidFill>
                <a:latin typeface="+mn-lt"/>
                <a:ea typeface="+mn-ea"/>
                <a:cs typeface="+mn-cs"/>
              </a:defRPr>
            </a:lvl1pPr>
          </a:lstStyle>
          <a:p>
            <a:endParaRPr lang="es-CL" dirty="0"/>
          </a:p>
        </p:txBody>
      </p:sp>
      <p:sp>
        <p:nvSpPr>
          <p:cNvPr id="39" name="Marcador de posición de imagen 2"/>
          <p:cNvSpPr>
            <a:spLocks noGrp="1"/>
          </p:cNvSpPr>
          <p:nvPr>
            <p:ph type="pic" sz="quarter" idx="13"/>
          </p:nvPr>
        </p:nvSpPr>
        <p:spPr>
          <a:xfrm>
            <a:off x="766763" y="4358749"/>
            <a:ext cx="3851275" cy="2202395"/>
          </a:xfrm>
          <a:prstGeom prst="rect">
            <a:avLst/>
          </a:prstGeom>
          <a:solidFill>
            <a:srgbClr val="CFCAC3"/>
          </a:solidFill>
          <a:ln>
            <a:noFill/>
          </a:ln>
        </p:spPr>
        <p:txBody>
          <a:bodyPr/>
          <a:lstStyle>
            <a:lvl1pPr>
              <a:defRPr lang="es-CL" sz="1000" kern="1200" baseline="0">
                <a:solidFill>
                  <a:srgbClr val="5D554B"/>
                </a:solidFill>
                <a:latin typeface="+mn-lt"/>
                <a:ea typeface="+mn-ea"/>
                <a:cs typeface="+mn-cs"/>
              </a:defRPr>
            </a:lvl1pPr>
          </a:lstStyle>
          <a:p>
            <a:endParaRPr lang="es-CL" dirty="0"/>
          </a:p>
        </p:txBody>
      </p:sp>
    </p:spTree>
    <p:extLst>
      <p:ext uri="{BB962C8B-B14F-4D97-AF65-F5344CB8AC3E}">
        <p14:creationId xmlns:p14="http://schemas.microsoft.com/office/powerpoint/2010/main" val="2809662177"/>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8_Diseño personalizado">
    <p:spTree>
      <p:nvGrpSpPr>
        <p:cNvPr id="1" name=""/>
        <p:cNvGrpSpPr/>
        <p:nvPr/>
      </p:nvGrpSpPr>
      <p:grpSpPr>
        <a:xfrm>
          <a:off x="0" y="0"/>
          <a:ext cx="0" cy="0"/>
          <a:chOff x="0" y="0"/>
          <a:chExt cx="0" cy="0"/>
        </a:xfrm>
      </p:grpSpPr>
      <p:sp>
        <p:nvSpPr>
          <p:cNvPr id="37" name="Marcador de posición de imagen 2"/>
          <p:cNvSpPr>
            <a:spLocks noGrp="1"/>
          </p:cNvSpPr>
          <p:nvPr>
            <p:ph type="pic" sz="quarter" idx="11"/>
          </p:nvPr>
        </p:nvSpPr>
        <p:spPr>
          <a:xfrm>
            <a:off x="4187825" y="296863"/>
            <a:ext cx="3851275" cy="197379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dirty="0"/>
          </a:p>
        </p:txBody>
      </p:sp>
      <p:sp>
        <p:nvSpPr>
          <p:cNvPr id="38" name="Marcador de posición de imagen 2"/>
          <p:cNvSpPr>
            <a:spLocks noGrp="1"/>
          </p:cNvSpPr>
          <p:nvPr>
            <p:ph type="pic" sz="quarter" idx="12"/>
          </p:nvPr>
        </p:nvSpPr>
        <p:spPr>
          <a:xfrm>
            <a:off x="8040687" y="2270656"/>
            <a:ext cx="3851275" cy="2088093"/>
          </a:xfrm>
          <a:prstGeom prst="rect">
            <a:avLst/>
          </a:prstGeom>
          <a:solidFill>
            <a:schemeClr val="accent3">
              <a:lumMod val="20000"/>
              <a:lumOff val="80000"/>
            </a:schemeClr>
          </a:solidFill>
          <a:ln>
            <a:noFill/>
          </a:ln>
        </p:spPr>
        <p:txBody>
          <a:bodyPr/>
          <a:lstStyle>
            <a:lvl1pPr>
              <a:defRPr lang="es-CL" sz="1000" kern="1200" baseline="0" dirty="0">
                <a:solidFill>
                  <a:srgbClr val="5D554B"/>
                </a:solidFill>
                <a:latin typeface="+mn-lt"/>
                <a:ea typeface="+mn-ea"/>
                <a:cs typeface="+mn-cs"/>
              </a:defRPr>
            </a:lvl1pPr>
          </a:lstStyle>
          <a:p>
            <a:endParaRPr lang="es-CL" dirty="0"/>
          </a:p>
        </p:txBody>
      </p:sp>
      <p:sp>
        <p:nvSpPr>
          <p:cNvPr id="39" name="Marcador de posición de imagen 2"/>
          <p:cNvSpPr>
            <a:spLocks noGrp="1"/>
          </p:cNvSpPr>
          <p:nvPr>
            <p:ph type="pic" sz="quarter" idx="13"/>
          </p:nvPr>
        </p:nvSpPr>
        <p:spPr>
          <a:xfrm>
            <a:off x="4187825" y="4358749"/>
            <a:ext cx="3851275" cy="2202395"/>
          </a:xfrm>
          <a:prstGeom prst="rect">
            <a:avLst/>
          </a:prstGeom>
          <a:solidFill>
            <a:srgbClr val="CFCAC3"/>
          </a:solidFill>
          <a:ln>
            <a:noFill/>
          </a:ln>
        </p:spPr>
        <p:txBody>
          <a:bodyPr/>
          <a:lstStyle>
            <a:lvl1pPr>
              <a:defRPr lang="es-CL" sz="1000" kern="1200" baseline="0">
                <a:solidFill>
                  <a:srgbClr val="5D554B"/>
                </a:solidFill>
                <a:latin typeface="+mn-lt"/>
                <a:ea typeface="+mn-ea"/>
                <a:cs typeface="+mn-cs"/>
              </a:defRPr>
            </a:lvl1pPr>
          </a:lstStyle>
          <a:p>
            <a:endParaRPr lang="es-CL" dirty="0"/>
          </a:p>
        </p:txBody>
      </p:sp>
    </p:spTree>
    <p:extLst>
      <p:ext uri="{BB962C8B-B14F-4D97-AF65-F5344CB8AC3E}">
        <p14:creationId xmlns:p14="http://schemas.microsoft.com/office/powerpoint/2010/main" val="2518709896"/>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3_Diseño personalizado">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stretch>
            <a:fillRect/>
          </a:stretch>
        </p:blipFill>
        <p:spPr>
          <a:xfrm>
            <a:off x="12501429" y="0"/>
            <a:ext cx="11660227" cy="6592220"/>
          </a:xfrm>
          <a:prstGeom prst="rect">
            <a:avLst/>
          </a:prstGeom>
        </p:spPr>
      </p:pic>
      <p:sp>
        <p:nvSpPr>
          <p:cNvPr id="6" name="Marcador de posición de imagen 3"/>
          <p:cNvSpPr>
            <a:spLocks noGrp="1"/>
          </p:cNvSpPr>
          <p:nvPr>
            <p:ph type="pic" sz="quarter" idx="13"/>
          </p:nvPr>
        </p:nvSpPr>
        <p:spPr bwMode="ltGray">
          <a:xfrm>
            <a:off x="3216273" y="2619374"/>
            <a:ext cx="1727201" cy="1728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7" name="Marcador de posición de imagen 3"/>
          <p:cNvSpPr>
            <a:spLocks noGrp="1"/>
          </p:cNvSpPr>
          <p:nvPr>
            <p:ph type="pic" sz="quarter" idx="14"/>
          </p:nvPr>
        </p:nvSpPr>
        <p:spPr bwMode="ltGray">
          <a:xfrm>
            <a:off x="5163919" y="2619374"/>
            <a:ext cx="1727201" cy="1728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9" name="Marcador de posición de imagen 3"/>
          <p:cNvSpPr>
            <a:spLocks noGrp="1"/>
          </p:cNvSpPr>
          <p:nvPr>
            <p:ph type="pic" sz="quarter" idx="15"/>
          </p:nvPr>
        </p:nvSpPr>
        <p:spPr bwMode="ltGray">
          <a:xfrm>
            <a:off x="7108826" y="2619374"/>
            <a:ext cx="1727201" cy="1728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0" name="Marcador de posición de imagen 3"/>
          <p:cNvSpPr>
            <a:spLocks noGrp="1"/>
          </p:cNvSpPr>
          <p:nvPr>
            <p:ph type="pic" sz="quarter" idx="16"/>
          </p:nvPr>
        </p:nvSpPr>
        <p:spPr bwMode="ltGray">
          <a:xfrm>
            <a:off x="9053733" y="2619374"/>
            <a:ext cx="1727201" cy="1728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234099820"/>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77_Diseño personalizado">
    <p:spTree>
      <p:nvGrpSpPr>
        <p:cNvPr id="1" name=""/>
        <p:cNvGrpSpPr/>
        <p:nvPr/>
      </p:nvGrpSpPr>
      <p:grpSpPr>
        <a:xfrm>
          <a:off x="0" y="0"/>
          <a:ext cx="0" cy="0"/>
          <a:chOff x="0" y="0"/>
          <a:chExt cx="0" cy="0"/>
        </a:xfrm>
      </p:grpSpPr>
      <p:sp>
        <p:nvSpPr>
          <p:cNvPr id="10" name="Marcador de posición de imagen 3"/>
          <p:cNvSpPr>
            <a:spLocks noGrp="1"/>
          </p:cNvSpPr>
          <p:nvPr>
            <p:ph type="pic" sz="quarter" idx="16"/>
          </p:nvPr>
        </p:nvSpPr>
        <p:spPr>
          <a:xfrm>
            <a:off x="3216276" y="765175"/>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7" name="Marcador de posición de imagen 3"/>
          <p:cNvSpPr>
            <a:spLocks noGrp="1"/>
          </p:cNvSpPr>
          <p:nvPr>
            <p:ph type="pic" sz="quarter" idx="17"/>
          </p:nvPr>
        </p:nvSpPr>
        <p:spPr>
          <a:xfrm>
            <a:off x="5160963" y="765175"/>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9" name="Marcador de posición de imagen 3"/>
          <p:cNvSpPr>
            <a:spLocks noGrp="1"/>
          </p:cNvSpPr>
          <p:nvPr>
            <p:ph type="pic" sz="quarter" idx="18"/>
          </p:nvPr>
        </p:nvSpPr>
        <p:spPr>
          <a:xfrm>
            <a:off x="7104063" y="765175"/>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3" name="Marcador de posición de imagen 3"/>
          <p:cNvSpPr>
            <a:spLocks noGrp="1"/>
          </p:cNvSpPr>
          <p:nvPr>
            <p:ph type="pic" sz="quarter" idx="19"/>
          </p:nvPr>
        </p:nvSpPr>
        <p:spPr>
          <a:xfrm>
            <a:off x="9048750" y="765175"/>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3013761726"/>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78_Diseño personalizado">
    <p:spTree>
      <p:nvGrpSpPr>
        <p:cNvPr id="1" name=""/>
        <p:cNvGrpSpPr/>
        <p:nvPr/>
      </p:nvGrpSpPr>
      <p:grpSpPr>
        <a:xfrm>
          <a:off x="0" y="0"/>
          <a:ext cx="0" cy="0"/>
          <a:chOff x="0" y="0"/>
          <a:chExt cx="0" cy="0"/>
        </a:xfrm>
      </p:grpSpPr>
      <p:sp>
        <p:nvSpPr>
          <p:cNvPr id="7" name="Marcador de posición de imagen 3"/>
          <p:cNvSpPr>
            <a:spLocks noGrp="1"/>
          </p:cNvSpPr>
          <p:nvPr>
            <p:ph type="pic" sz="quarter" idx="17"/>
          </p:nvPr>
        </p:nvSpPr>
        <p:spPr>
          <a:xfrm>
            <a:off x="6059488" y="765175"/>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9" name="Marcador de posición de imagen 3"/>
          <p:cNvSpPr>
            <a:spLocks noGrp="1"/>
          </p:cNvSpPr>
          <p:nvPr>
            <p:ph type="pic" sz="quarter" idx="18"/>
          </p:nvPr>
        </p:nvSpPr>
        <p:spPr>
          <a:xfrm>
            <a:off x="8002588" y="765175"/>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3" name="Marcador de posición de imagen 3"/>
          <p:cNvSpPr>
            <a:spLocks noGrp="1"/>
          </p:cNvSpPr>
          <p:nvPr>
            <p:ph type="pic" sz="quarter" idx="19"/>
          </p:nvPr>
        </p:nvSpPr>
        <p:spPr>
          <a:xfrm>
            <a:off x="9947275" y="765175"/>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6" name="Marcador de posición de imagen 3"/>
          <p:cNvSpPr>
            <a:spLocks noGrp="1"/>
          </p:cNvSpPr>
          <p:nvPr>
            <p:ph type="pic" sz="quarter" idx="20"/>
          </p:nvPr>
        </p:nvSpPr>
        <p:spPr>
          <a:xfrm>
            <a:off x="301626" y="872713"/>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1282183186"/>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79_Diseño personalizado">
    <p:spTree>
      <p:nvGrpSpPr>
        <p:cNvPr id="1" name=""/>
        <p:cNvGrpSpPr/>
        <p:nvPr/>
      </p:nvGrpSpPr>
      <p:grpSpPr>
        <a:xfrm>
          <a:off x="0" y="0"/>
          <a:ext cx="0" cy="0"/>
          <a:chOff x="0" y="0"/>
          <a:chExt cx="0" cy="0"/>
        </a:xfrm>
      </p:grpSpPr>
      <p:sp>
        <p:nvSpPr>
          <p:cNvPr id="7" name="Marcador de posición de imagen 3"/>
          <p:cNvSpPr>
            <a:spLocks noGrp="1"/>
          </p:cNvSpPr>
          <p:nvPr>
            <p:ph type="pic" sz="quarter" idx="17"/>
          </p:nvPr>
        </p:nvSpPr>
        <p:spPr>
          <a:xfrm>
            <a:off x="6059488" y="765176"/>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9" name="Marcador de posición de imagen 3"/>
          <p:cNvSpPr>
            <a:spLocks noGrp="1"/>
          </p:cNvSpPr>
          <p:nvPr>
            <p:ph type="pic" sz="quarter" idx="18"/>
          </p:nvPr>
        </p:nvSpPr>
        <p:spPr>
          <a:xfrm>
            <a:off x="8002588" y="765176"/>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3" name="Marcador de posición de imagen 3"/>
          <p:cNvSpPr>
            <a:spLocks noGrp="1"/>
          </p:cNvSpPr>
          <p:nvPr>
            <p:ph type="pic" sz="quarter" idx="19"/>
          </p:nvPr>
        </p:nvSpPr>
        <p:spPr>
          <a:xfrm>
            <a:off x="9947275" y="765176"/>
            <a:ext cx="1943100" cy="5327649"/>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6" name="Marcador de posición de imagen 3"/>
          <p:cNvSpPr>
            <a:spLocks noGrp="1"/>
          </p:cNvSpPr>
          <p:nvPr>
            <p:ph type="pic" sz="quarter" idx="20"/>
          </p:nvPr>
        </p:nvSpPr>
        <p:spPr>
          <a:xfrm>
            <a:off x="301626" y="765176"/>
            <a:ext cx="1943100" cy="532765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1790450652"/>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4_Diseño personalizado">
    <p:spTree>
      <p:nvGrpSpPr>
        <p:cNvPr id="1" name=""/>
        <p:cNvGrpSpPr/>
        <p:nvPr/>
      </p:nvGrpSpPr>
      <p:grpSpPr>
        <a:xfrm>
          <a:off x="0" y="0"/>
          <a:ext cx="0" cy="0"/>
          <a:chOff x="0" y="0"/>
          <a:chExt cx="0" cy="0"/>
        </a:xfrm>
      </p:grpSpPr>
      <p:sp>
        <p:nvSpPr>
          <p:cNvPr id="4" name="Marcador de posición de imagen 3"/>
          <p:cNvSpPr>
            <a:spLocks noGrp="1"/>
          </p:cNvSpPr>
          <p:nvPr>
            <p:ph type="pic" sz="quarter" idx="10"/>
          </p:nvPr>
        </p:nvSpPr>
        <p:spPr>
          <a:xfrm>
            <a:off x="300038" y="296863"/>
            <a:ext cx="11591925" cy="6264274"/>
          </a:xfrm>
          <a:prstGeom prst="rect">
            <a:avLst/>
          </a:prstGeom>
          <a:solidFill>
            <a:schemeClr val="accent3">
              <a:lumMod val="20000"/>
              <a:lumOff val="80000"/>
              <a:alpha val="91000"/>
            </a:scheme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6" name="Marcador de posición de imagen 3"/>
          <p:cNvSpPr>
            <a:spLocks noGrp="1"/>
          </p:cNvSpPr>
          <p:nvPr>
            <p:ph type="pic" sz="quarter" idx="11"/>
          </p:nvPr>
        </p:nvSpPr>
        <p:spPr>
          <a:xfrm>
            <a:off x="4979989" y="4593346"/>
            <a:ext cx="2232024" cy="2264654"/>
          </a:xfrm>
          <a:prstGeom prst="rect">
            <a:avLst/>
          </a:prstGeom>
          <a:solidFill>
            <a:srgbClr val="D4D0CE">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7" name="Marcador de posición de imagen 3"/>
          <p:cNvSpPr>
            <a:spLocks noGrp="1"/>
          </p:cNvSpPr>
          <p:nvPr>
            <p:ph type="pic" sz="quarter" idx="12"/>
          </p:nvPr>
        </p:nvSpPr>
        <p:spPr>
          <a:xfrm>
            <a:off x="7212014" y="4593346"/>
            <a:ext cx="2232024" cy="226465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3"/>
          </p:nvPr>
        </p:nvSpPr>
        <p:spPr>
          <a:xfrm>
            <a:off x="9444040" y="4593346"/>
            <a:ext cx="2232024" cy="2264654"/>
          </a:xfrm>
          <a:prstGeom prst="rect">
            <a:avLst/>
          </a:prstGeom>
          <a:solidFill>
            <a:srgbClr val="D4D0CE">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9" name="Marcador de posición de imagen 3"/>
          <p:cNvSpPr>
            <a:spLocks noGrp="1"/>
          </p:cNvSpPr>
          <p:nvPr>
            <p:ph type="pic" sz="quarter" idx="14"/>
          </p:nvPr>
        </p:nvSpPr>
        <p:spPr>
          <a:xfrm>
            <a:off x="11676063" y="4593346"/>
            <a:ext cx="2232024" cy="226465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397118397"/>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3_Diseño personalizado">
    <p:spTree>
      <p:nvGrpSpPr>
        <p:cNvPr id="1" name=""/>
        <p:cNvGrpSpPr/>
        <p:nvPr/>
      </p:nvGrpSpPr>
      <p:grpSpPr>
        <a:xfrm>
          <a:off x="0" y="0"/>
          <a:ext cx="0" cy="0"/>
          <a:chOff x="0" y="0"/>
          <a:chExt cx="0" cy="0"/>
        </a:xfrm>
      </p:grpSpPr>
      <p:sp>
        <p:nvSpPr>
          <p:cNvPr id="6" name="Marcador de posición de imagen 3"/>
          <p:cNvSpPr>
            <a:spLocks noGrp="1"/>
          </p:cNvSpPr>
          <p:nvPr>
            <p:ph type="pic" sz="quarter" idx="12"/>
          </p:nvPr>
        </p:nvSpPr>
        <p:spPr>
          <a:xfrm>
            <a:off x="2711450" y="3465513"/>
            <a:ext cx="4320000"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7" name="Marcador de posición de imagen 3"/>
          <p:cNvSpPr>
            <a:spLocks noGrp="1"/>
          </p:cNvSpPr>
          <p:nvPr>
            <p:ph type="pic" sz="quarter" idx="13"/>
          </p:nvPr>
        </p:nvSpPr>
        <p:spPr>
          <a:xfrm>
            <a:off x="2711450" y="1106488"/>
            <a:ext cx="4320000"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8" name="Marcador de posición de imagen 3"/>
          <p:cNvSpPr>
            <a:spLocks noGrp="1"/>
          </p:cNvSpPr>
          <p:nvPr>
            <p:ph type="pic" sz="quarter" idx="14"/>
          </p:nvPr>
        </p:nvSpPr>
        <p:spPr>
          <a:xfrm>
            <a:off x="7104063" y="1106488"/>
            <a:ext cx="4320000"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9" name="Marcador de posición de imagen 3"/>
          <p:cNvSpPr>
            <a:spLocks noGrp="1"/>
          </p:cNvSpPr>
          <p:nvPr>
            <p:ph type="pic" sz="quarter" idx="15"/>
          </p:nvPr>
        </p:nvSpPr>
        <p:spPr>
          <a:xfrm>
            <a:off x="7104063" y="3465512"/>
            <a:ext cx="4320000"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987523501"/>
      </p:ext>
    </p:extLst>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2_Diseño personalizado">
    <p:spTree>
      <p:nvGrpSpPr>
        <p:cNvPr id="1" name=""/>
        <p:cNvGrpSpPr/>
        <p:nvPr/>
      </p:nvGrpSpPr>
      <p:grpSpPr>
        <a:xfrm>
          <a:off x="0" y="0"/>
          <a:ext cx="0" cy="0"/>
          <a:chOff x="0" y="0"/>
          <a:chExt cx="0" cy="0"/>
        </a:xfrm>
      </p:grpSpPr>
      <p:sp>
        <p:nvSpPr>
          <p:cNvPr id="52" name="Marcador de posición de imagen 3"/>
          <p:cNvSpPr>
            <a:spLocks noGrp="1"/>
          </p:cNvSpPr>
          <p:nvPr>
            <p:ph type="pic" sz="quarter" idx="12"/>
          </p:nvPr>
        </p:nvSpPr>
        <p:spPr>
          <a:xfrm>
            <a:off x="766763" y="3429000"/>
            <a:ext cx="4321175" cy="23050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6" name="Marcador de posición de imagen 3"/>
          <p:cNvSpPr>
            <a:spLocks noGrp="1"/>
          </p:cNvSpPr>
          <p:nvPr>
            <p:ph type="pic" sz="quarter" idx="13"/>
          </p:nvPr>
        </p:nvSpPr>
        <p:spPr>
          <a:xfrm>
            <a:off x="766763" y="1125538"/>
            <a:ext cx="4321175" cy="230346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7" name="Marcador de posición de imagen 3"/>
          <p:cNvSpPr>
            <a:spLocks noGrp="1"/>
          </p:cNvSpPr>
          <p:nvPr>
            <p:ph type="pic" sz="quarter" idx="14"/>
          </p:nvPr>
        </p:nvSpPr>
        <p:spPr>
          <a:xfrm>
            <a:off x="7104063" y="1143000"/>
            <a:ext cx="4321176"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8" name="Marcador de posición de imagen 3"/>
          <p:cNvSpPr>
            <a:spLocks noGrp="1"/>
          </p:cNvSpPr>
          <p:nvPr>
            <p:ph type="pic" sz="quarter" idx="15"/>
          </p:nvPr>
        </p:nvSpPr>
        <p:spPr>
          <a:xfrm>
            <a:off x="7104063" y="3428999"/>
            <a:ext cx="4321176" cy="230504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53845416"/>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7_Diseño personalizado">
    <p:spTree>
      <p:nvGrpSpPr>
        <p:cNvPr id="1" name=""/>
        <p:cNvGrpSpPr/>
        <p:nvPr/>
      </p:nvGrpSpPr>
      <p:grpSpPr>
        <a:xfrm>
          <a:off x="0" y="0"/>
          <a:ext cx="0" cy="0"/>
          <a:chOff x="0" y="0"/>
          <a:chExt cx="0" cy="0"/>
        </a:xfrm>
      </p:grpSpPr>
      <p:sp>
        <p:nvSpPr>
          <p:cNvPr id="10" name="Rectángulo 9"/>
          <p:cNvSpPr/>
          <p:nvPr userDrawn="1"/>
        </p:nvSpPr>
        <p:spPr>
          <a:xfrm>
            <a:off x="0" y="1762"/>
            <a:ext cx="6096000" cy="68562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s-CL"/>
          </a:p>
        </p:txBody>
      </p:sp>
      <p:sp>
        <p:nvSpPr>
          <p:cNvPr id="13" name="Marcador de posición de imagen 3"/>
          <p:cNvSpPr>
            <a:spLocks noGrp="1"/>
          </p:cNvSpPr>
          <p:nvPr>
            <p:ph type="pic" sz="quarter" idx="12"/>
          </p:nvPr>
        </p:nvSpPr>
        <p:spPr>
          <a:xfrm>
            <a:off x="766763" y="3429000"/>
            <a:ext cx="4321175" cy="23050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4" name="Marcador de posición de imagen 3"/>
          <p:cNvSpPr>
            <a:spLocks noGrp="1"/>
          </p:cNvSpPr>
          <p:nvPr>
            <p:ph type="pic" sz="quarter" idx="13"/>
          </p:nvPr>
        </p:nvSpPr>
        <p:spPr>
          <a:xfrm>
            <a:off x="766763" y="1125538"/>
            <a:ext cx="4321175" cy="230346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3"/>
          <p:cNvSpPr>
            <a:spLocks noGrp="1"/>
          </p:cNvSpPr>
          <p:nvPr>
            <p:ph type="pic" sz="quarter" idx="14"/>
          </p:nvPr>
        </p:nvSpPr>
        <p:spPr>
          <a:xfrm>
            <a:off x="7104063" y="1143000"/>
            <a:ext cx="4321176"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6" name="Marcador de posición de imagen 3"/>
          <p:cNvSpPr>
            <a:spLocks noGrp="1"/>
          </p:cNvSpPr>
          <p:nvPr>
            <p:ph type="pic" sz="quarter" idx="15"/>
          </p:nvPr>
        </p:nvSpPr>
        <p:spPr>
          <a:xfrm>
            <a:off x="7104063" y="3428999"/>
            <a:ext cx="4321176" cy="230504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746116284"/>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00_Diseño personalizado">
    <p:spTree>
      <p:nvGrpSpPr>
        <p:cNvPr id="1" name=""/>
        <p:cNvGrpSpPr/>
        <p:nvPr/>
      </p:nvGrpSpPr>
      <p:grpSpPr>
        <a:xfrm>
          <a:off x="0" y="0"/>
          <a:ext cx="0" cy="0"/>
          <a:chOff x="0" y="0"/>
          <a:chExt cx="0" cy="0"/>
        </a:xfrm>
      </p:grpSpPr>
      <p:sp>
        <p:nvSpPr>
          <p:cNvPr id="10" name="Rectángulo 9"/>
          <p:cNvSpPr/>
          <p:nvPr userDrawn="1"/>
        </p:nvSpPr>
        <p:spPr>
          <a:xfrm>
            <a:off x="6084821" y="0"/>
            <a:ext cx="6096000" cy="68562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s-CL"/>
          </a:p>
        </p:txBody>
      </p:sp>
      <p:sp>
        <p:nvSpPr>
          <p:cNvPr id="8" name="Marcador de posición de imagen 3"/>
          <p:cNvSpPr>
            <a:spLocks noGrp="1"/>
          </p:cNvSpPr>
          <p:nvPr>
            <p:ph type="pic" sz="quarter" idx="12"/>
          </p:nvPr>
        </p:nvSpPr>
        <p:spPr>
          <a:xfrm>
            <a:off x="766763" y="3429000"/>
            <a:ext cx="4321175" cy="23050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9" name="Marcador de posición de imagen 3"/>
          <p:cNvSpPr>
            <a:spLocks noGrp="1"/>
          </p:cNvSpPr>
          <p:nvPr>
            <p:ph type="pic" sz="quarter" idx="13"/>
          </p:nvPr>
        </p:nvSpPr>
        <p:spPr>
          <a:xfrm>
            <a:off x="766763" y="1125538"/>
            <a:ext cx="4321175" cy="230346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1" name="Marcador de posición de imagen 3"/>
          <p:cNvSpPr>
            <a:spLocks noGrp="1"/>
          </p:cNvSpPr>
          <p:nvPr>
            <p:ph type="pic" sz="quarter" idx="14"/>
          </p:nvPr>
        </p:nvSpPr>
        <p:spPr>
          <a:xfrm>
            <a:off x="7104063" y="1143000"/>
            <a:ext cx="4321176" cy="2286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2" name="Marcador de posición de imagen 3"/>
          <p:cNvSpPr>
            <a:spLocks noGrp="1"/>
          </p:cNvSpPr>
          <p:nvPr>
            <p:ph type="pic" sz="quarter" idx="15"/>
          </p:nvPr>
        </p:nvSpPr>
        <p:spPr>
          <a:xfrm>
            <a:off x="7104063" y="3428999"/>
            <a:ext cx="4321176" cy="230504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135840906"/>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1_Diseño personalizado">
    <p:spTree>
      <p:nvGrpSpPr>
        <p:cNvPr id="1" name=""/>
        <p:cNvGrpSpPr/>
        <p:nvPr/>
      </p:nvGrpSpPr>
      <p:grpSpPr>
        <a:xfrm>
          <a:off x="0" y="0"/>
          <a:ext cx="0" cy="0"/>
          <a:chOff x="0" y="0"/>
          <a:chExt cx="0" cy="0"/>
        </a:xfrm>
      </p:grpSpPr>
      <p:sp>
        <p:nvSpPr>
          <p:cNvPr id="80" name="Marcador de posición de imagen 3"/>
          <p:cNvSpPr>
            <a:spLocks noGrp="1"/>
          </p:cNvSpPr>
          <p:nvPr>
            <p:ph type="pic" sz="quarter" idx="14"/>
          </p:nvPr>
        </p:nvSpPr>
        <p:spPr>
          <a:xfrm>
            <a:off x="2770979" y="2152650"/>
            <a:ext cx="2028959" cy="1830065"/>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2" name="Marcador de posición de imagen 3"/>
          <p:cNvSpPr>
            <a:spLocks noGrp="1"/>
          </p:cNvSpPr>
          <p:nvPr>
            <p:ph type="pic" sz="quarter" idx="16"/>
          </p:nvPr>
        </p:nvSpPr>
        <p:spPr>
          <a:xfrm>
            <a:off x="4987958" y="2152651"/>
            <a:ext cx="2028427" cy="183006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4" name="Marcador de posición de imagen 3"/>
          <p:cNvSpPr>
            <a:spLocks noGrp="1"/>
          </p:cNvSpPr>
          <p:nvPr>
            <p:ph type="pic" sz="quarter" idx="18"/>
          </p:nvPr>
        </p:nvSpPr>
        <p:spPr>
          <a:xfrm>
            <a:off x="7203583" y="2152651"/>
            <a:ext cx="2013980" cy="183006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6" name="Marcador de posición de imagen 3"/>
          <p:cNvSpPr>
            <a:spLocks noGrp="1"/>
          </p:cNvSpPr>
          <p:nvPr>
            <p:ph type="pic" sz="quarter" idx="20"/>
          </p:nvPr>
        </p:nvSpPr>
        <p:spPr>
          <a:xfrm>
            <a:off x="9420563" y="2152651"/>
            <a:ext cx="2009438" cy="183006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2967941587"/>
      </p:ext>
    </p:extLst>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0_Diseño personalizado">
    <p:spTree>
      <p:nvGrpSpPr>
        <p:cNvPr id="1" name=""/>
        <p:cNvGrpSpPr/>
        <p:nvPr/>
      </p:nvGrpSpPr>
      <p:grpSpPr>
        <a:xfrm>
          <a:off x="0" y="0"/>
          <a:ext cx="0" cy="0"/>
          <a:chOff x="0" y="0"/>
          <a:chExt cx="0" cy="0"/>
        </a:xfrm>
      </p:grpSpPr>
      <p:sp>
        <p:nvSpPr>
          <p:cNvPr id="82" name="Marcador de posición de imagen 3"/>
          <p:cNvSpPr>
            <a:spLocks noGrp="1"/>
          </p:cNvSpPr>
          <p:nvPr>
            <p:ph type="pic" sz="quarter" idx="16"/>
          </p:nvPr>
        </p:nvSpPr>
        <p:spPr>
          <a:xfrm>
            <a:off x="5162341" y="1217426"/>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5" name="Marcador de posición de imagen 3"/>
          <p:cNvSpPr>
            <a:spLocks noGrp="1"/>
          </p:cNvSpPr>
          <p:nvPr>
            <p:ph type="pic" sz="quarter" idx="25"/>
          </p:nvPr>
        </p:nvSpPr>
        <p:spPr>
          <a:xfrm>
            <a:off x="3217654" y="1217426"/>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7" name="Marcador de posición de imagen 3"/>
          <p:cNvSpPr>
            <a:spLocks noGrp="1"/>
          </p:cNvSpPr>
          <p:nvPr>
            <p:ph type="pic" sz="quarter" idx="26"/>
          </p:nvPr>
        </p:nvSpPr>
        <p:spPr>
          <a:xfrm>
            <a:off x="9051715" y="2326528"/>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8" name="Marcador de posición de imagen 3"/>
          <p:cNvSpPr>
            <a:spLocks noGrp="1"/>
          </p:cNvSpPr>
          <p:nvPr>
            <p:ph type="pic" sz="quarter" idx="27"/>
          </p:nvPr>
        </p:nvSpPr>
        <p:spPr>
          <a:xfrm>
            <a:off x="7107028" y="2326528"/>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1239104891"/>
      </p:ext>
    </p:extLst>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1_Diseño personalizado">
    <p:spTree>
      <p:nvGrpSpPr>
        <p:cNvPr id="1" name=""/>
        <p:cNvGrpSpPr/>
        <p:nvPr/>
      </p:nvGrpSpPr>
      <p:grpSpPr>
        <a:xfrm>
          <a:off x="0" y="0"/>
          <a:ext cx="0" cy="0"/>
          <a:chOff x="0" y="0"/>
          <a:chExt cx="0" cy="0"/>
        </a:xfrm>
      </p:grpSpPr>
      <p:sp>
        <p:nvSpPr>
          <p:cNvPr id="82" name="Marcador de posición de imagen 3"/>
          <p:cNvSpPr>
            <a:spLocks noGrp="1"/>
          </p:cNvSpPr>
          <p:nvPr>
            <p:ph type="pic" sz="quarter" idx="16"/>
          </p:nvPr>
        </p:nvSpPr>
        <p:spPr>
          <a:xfrm>
            <a:off x="5162341" y="1217426"/>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5" name="Marcador de posición de imagen 3"/>
          <p:cNvSpPr>
            <a:spLocks noGrp="1"/>
          </p:cNvSpPr>
          <p:nvPr>
            <p:ph type="pic" sz="quarter" idx="25"/>
          </p:nvPr>
        </p:nvSpPr>
        <p:spPr>
          <a:xfrm>
            <a:off x="3217654" y="1217426"/>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7" name="Marcador de posición de imagen 3"/>
          <p:cNvSpPr>
            <a:spLocks noGrp="1"/>
          </p:cNvSpPr>
          <p:nvPr>
            <p:ph type="pic" sz="quarter" idx="26"/>
          </p:nvPr>
        </p:nvSpPr>
        <p:spPr>
          <a:xfrm>
            <a:off x="9051715" y="2326528"/>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8" name="Marcador de posición de imagen 3"/>
          <p:cNvSpPr>
            <a:spLocks noGrp="1"/>
          </p:cNvSpPr>
          <p:nvPr>
            <p:ph type="pic" sz="quarter" idx="27"/>
          </p:nvPr>
        </p:nvSpPr>
        <p:spPr>
          <a:xfrm>
            <a:off x="7107028" y="2326528"/>
            <a:ext cx="1870284" cy="221820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2160859106"/>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8_Diseño personalizado">
    <p:spTree>
      <p:nvGrpSpPr>
        <p:cNvPr id="1" name=""/>
        <p:cNvGrpSpPr/>
        <p:nvPr/>
      </p:nvGrpSpPr>
      <p:grpSpPr>
        <a:xfrm>
          <a:off x="0" y="0"/>
          <a:ext cx="0" cy="0"/>
          <a:chOff x="0" y="0"/>
          <a:chExt cx="0" cy="0"/>
        </a:xfrm>
      </p:grpSpPr>
      <p:pic>
        <p:nvPicPr>
          <p:cNvPr id="45" name="Imagen 44"/>
          <p:cNvPicPr>
            <a:picLocks noChangeAspect="1"/>
          </p:cNvPicPr>
          <p:nvPr userDrawn="1"/>
        </p:nvPicPr>
        <p:blipFill>
          <a:blip r:embed="rId2"/>
          <a:stretch>
            <a:fillRect/>
          </a:stretch>
        </p:blipFill>
        <p:spPr>
          <a:xfrm>
            <a:off x="12417270" y="-27687"/>
            <a:ext cx="12214225" cy="6907913"/>
          </a:xfrm>
          <a:prstGeom prst="rect">
            <a:avLst/>
          </a:prstGeom>
        </p:spPr>
      </p:pic>
      <p:sp>
        <p:nvSpPr>
          <p:cNvPr id="35" name="Marcador de posición de imagen 3"/>
          <p:cNvSpPr>
            <a:spLocks noGrp="1"/>
          </p:cNvSpPr>
          <p:nvPr>
            <p:ph type="pic" sz="quarter" idx="13"/>
          </p:nvPr>
        </p:nvSpPr>
        <p:spPr>
          <a:xfrm>
            <a:off x="7104063" y="765176"/>
            <a:ext cx="1944000" cy="464865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8" name="Marcador de posición de imagen 3"/>
          <p:cNvSpPr>
            <a:spLocks noGrp="1"/>
          </p:cNvSpPr>
          <p:nvPr>
            <p:ph type="pic" sz="quarter" idx="14"/>
          </p:nvPr>
        </p:nvSpPr>
        <p:spPr>
          <a:xfrm>
            <a:off x="5160513" y="765176"/>
            <a:ext cx="1944000" cy="464865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9" name="Marcador de posición de imagen 3"/>
          <p:cNvSpPr>
            <a:spLocks noGrp="1"/>
          </p:cNvSpPr>
          <p:nvPr>
            <p:ph type="pic" sz="quarter" idx="15"/>
          </p:nvPr>
        </p:nvSpPr>
        <p:spPr>
          <a:xfrm>
            <a:off x="9048750" y="765176"/>
            <a:ext cx="1944000" cy="464865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40" name="Marcador de posición de imagen 3"/>
          <p:cNvSpPr>
            <a:spLocks noGrp="1"/>
          </p:cNvSpPr>
          <p:nvPr>
            <p:ph type="pic" sz="quarter" idx="16"/>
          </p:nvPr>
        </p:nvSpPr>
        <p:spPr>
          <a:xfrm>
            <a:off x="3214117" y="765650"/>
            <a:ext cx="1944000" cy="4648654"/>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2275111751"/>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2_Diseño personalizado">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stretch>
            <a:fillRect/>
          </a:stretch>
        </p:blipFill>
        <p:spPr>
          <a:xfrm>
            <a:off x="12626647" y="-46071"/>
            <a:ext cx="12308895" cy="6950141"/>
          </a:xfrm>
          <a:prstGeom prst="rect">
            <a:avLst/>
          </a:prstGeom>
        </p:spPr>
      </p:pic>
      <p:sp>
        <p:nvSpPr>
          <p:cNvPr id="31" name="Marcador de posición de imagen 2"/>
          <p:cNvSpPr>
            <a:spLocks noGrp="1"/>
          </p:cNvSpPr>
          <p:nvPr>
            <p:ph type="pic" sz="quarter" idx="26" hasCustomPrompt="1"/>
          </p:nvPr>
        </p:nvSpPr>
        <p:spPr>
          <a:xfrm>
            <a:off x="8904413" y="2276648"/>
            <a:ext cx="2016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
        <p:nvSpPr>
          <p:cNvPr id="32" name="Marcador de posición de imagen 2"/>
          <p:cNvSpPr>
            <a:spLocks noGrp="1"/>
          </p:cNvSpPr>
          <p:nvPr>
            <p:ph type="pic" sz="quarter" idx="27" hasCustomPrompt="1"/>
          </p:nvPr>
        </p:nvSpPr>
        <p:spPr>
          <a:xfrm>
            <a:off x="6684781" y="2276648"/>
            <a:ext cx="2016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
        <p:nvSpPr>
          <p:cNvPr id="33" name="Marcador de posición de imagen 2"/>
          <p:cNvSpPr>
            <a:spLocks noGrp="1"/>
          </p:cNvSpPr>
          <p:nvPr>
            <p:ph type="pic" sz="quarter" idx="28" hasCustomPrompt="1"/>
          </p:nvPr>
        </p:nvSpPr>
        <p:spPr>
          <a:xfrm>
            <a:off x="2243138" y="2276648"/>
            <a:ext cx="2016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endParaRPr lang="es-CL" dirty="0"/>
          </a:p>
        </p:txBody>
      </p:sp>
      <p:sp>
        <p:nvSpPr>
          <p:cNvPr id="34" name="Marcador de posición de imagen 2"/>
          <p:cNvSpPr>
            <a:spLocks noGrp="1"/>
          </p:cNvSpPr>
          <p:nvPr>
            <p:ph type="pic" sz="quarter" idx="29" hasCustomPrompt="1"/>
          </p:nvPr>
        </p:nvSpPr>
        <p:spPr>
          <a:xfrm>
            <a:off x="4462769" y="2276648"/>
            <a:ext cx="2016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Tree>
    <p:extLst>
      <p:ext uri="{BB962C8B-B14F-4D97-AF65-F5344CB8AC3E}">
        <p14:creationId xmlns:p14="http://schemas.microsoft.com/office/powerpoint/2010/main" val="2675227851"/>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4" name="Marcador de posición de imagen 2"/>
          <p:cNvSpPr>
            <a:spLocks noGrp="1"/>
          </p:cNvSpPr>
          <p:nvPr>
            <p:ph type="pic" sz="quarter" idx="13"/>
          </p:nvPr>
        </p:nvSpPr>
        <p:spPr>
          <a:xfrm>
            <a:off x="3216275" y="296862"/>
            <a:ext cx="5651500" cy="2122487"/>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 name="Marcador de posición de imagen 2"/>
          <p:cNvSpPr>
            <a:spLocks noGrp="1"/>
          </p:cNvSpPr>
          <p:nvPr>
            <p:ph type="pic" sz="quarter" idx="15"/>
          </p:nvPr>
        </p:nvSpPr>
        <p:spPr>
          <a:xfrm>
            <a:off x="8940801" y="296862"/>
            <a:ext cx="2951162" cy="2122487"/>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6" name="Marcador de posición de imagen 2"/>
          <p:cNvSpPr>
            <a:spLocks noGrp="1"/>
          </p:cNvSpPr>
          <p:nvPr>
            <p:ph type="pic" sz="quarter" idx="17"/>
          </p:nvPr>
        </p:nvSpPr>
        <p:spPr>
          <a:xfrm>
            <a:off x="3216275" y="2493168"/>
            <a:ext cx="2843212" cy="320913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7" name="Marcador de posición de imagen 2"/>
          <p:cNvSpPr>
            <a:spLocks noGrp="1"/>
          </p:cNvSpPr>
          <p:nvPr>
            <p:ph type="pic" sz="quarter" idx="18"/>
          </p:nvPr>
        </p:nvSpPr>
        <p:spPr>
          <a:xfrm>
            <a:off x="6132511" y="2493168"/>
            <a:ext cx="5759452" cy="320913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3423234900"/>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02_Diseño personalizado">
    <p:spTree>
      <p:nvGrpSpPr>
        <p:cNvPr id="1" name=""/>
        <p:cNvGrpSpPr/>
        <p:nvPr/>
      </p:nvGrpSpPr>
      <p:grpSpPr>
        <a:xfrm>
          <a:off x="0" y="0"/>
          <a:ext cx="0" cy="0"/>
          <a:chOff x="0" y="0"/>
          <a:chExt cx="0" cy="0"/>
        </a:xfrm>
      </p:grpSpPr>
      <p:sp>
        <p:nvSpPr>
          <p:cNvPr id="27" name="Marcador de posición de imagen 3"/>
          <p:cNvSpPr>
            <a:spLocks noGrp="1"/>
          </p:cNvSpPr>
          <p:nvPr>
            <p:ph type="pic" sz="quarter" idx="14"/>
          </p:nvPr>
        </p:nvSpPr>
        <p:spPr bwMode="ltGray">
          <a:xfrm>
            <a:off x="300037" y="1124744"/>
            <a:ext cx="2318385" cy="460851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33" name="Marcador de posición de imagen 3"/>
          <p:cNvSpPr>
            <a:spLocks noGrp="1"/>
          </p:cNvSpPr>
          <p:nvPr>
            <p:ph type="pic" sz="quarter" idx="15"/>
          </p:nvPr>
        </p:nvSpPr>
        <p:spPr bwMode="ltGray">
          <a:xfrm>
            <a:off x="2618422" y="1124744"/>
            <a:ext cx="2318385" cy="460851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34" name="Marcador de posición de imagen 3"/>
          <p:cNvSpPr>
            <a:spLocks noGrp="1"/>
          </p:cNvSpPr>
          <p:nvPr>
            <p:ph type="pic" sz="quarter" idx="16"/>
          </p:nvPr>
        </p:nvSpPr>
        <p:spPr bwMode="ltGray">
          <a:xfrm>
            <a:off x="4936807" y="1124744"/>
            <a:ext cx="2318385" cy="460851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35" name="Marcador de posición de imagen 3"/>
          <p:cNvSpPr>
            <a:spLocks noGrp="1"/>
          </p:cNvSpPr>
          <p:nvPr>
            <p:ph type="pic" sz="quarter" idx="17"/>
          </p:nvPr>
        </p:nvSpPr>
        <p:spPr bwMode="ltGray">
          <a:xfrm>
            <a:off x="7255192" y="1124744"/>
            <a:ext cx="2318385" cy="460851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36" name="Marcador de posición de imagen 3"/>
          <p:cNvSpPr>
            <a:spLocks noGrp="1"/>
          </p:cNvSpPr>
          <p:nvPr>
            <p:ph type="pic" sz="quarter" idx="18"/>
          </p:nvPr>
        </p:nvSpPr>
        <p:spPr bwMode="ltGray">
          <a:xfrm>
            <a:off x="9573578" y="1124744"/>
            <a:ext cx="2318385" cy="460851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616661153"/>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08_Diseño personalizado">
    <p:spTree>
      <p:nvGrpSpPr>
        <p:cNvPr id="1" name=""/>
        <p:cNvGrpSpPr/>
        <p:nvPr/>
      </p:nvGrpSpPr>
      <p:grpSpPr>
        <a:xfrm>
          <a:off x="0" y="0"/>
          <a:ext cx="0" cy="0"/>
          <a:chOff x="0" y="0"/>
          <a:chExt cx="0" cy="0"/>
        </a:xfrm>
      </p:grpSpPr>
      <p:sp>
        <p:nvSpPr>
          <p:cNvPr id="8" name="Marcador de posición de imagen 3"/>
          <p:cNvSpPr>
            <a:spLocks noGrp="1"/>
          </p:cNvSpPr>
          <p:nvPr>
            <p:ph type="pic" sz="quarter" idx="14"/>
          </p:nvPr>
        </p:nvSpPr>
        <p:spPr bwMode="ltGray">
          <a:xfrm>
            <a:off x="300038" y="2219324"/>
            <a:ext cx="2233780" cy="241935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9" name="Marcador de posición de imagen 3"/>
          <p:cNvSpPr>
            <a:spLocks noGrp="1"/>
          </p:cNvSpPr>
          <p:nvPr>
            <p:ph type="pic" sz="quarter" idx="15"/>
          </p:nvPr>
        </p:nvSpPr>
        <p:spPr bwMode="ltGray">
          <a:xfrm>
            <a:off x="2639574" y="2219324"/>
            <a:ext cx="2233780" cy="241935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0" name="Marcador de posición de imagen 3"/>
          <p:cNvSpPr>
            <a:spLocks noGrp="1"/>
          </p:cNvSpPr>
          <p:nvPr>
            <p:ph type="pic" sz="quarter" idx="16"/>
          </p:nvPr>
        </p:nvSpPr>
        <p:spPr bwMode="ltGray">
          <a:xfrm>
            <a:off x="4979110" y="2219324"/>
            <a:ext cx="2233780" cy="241935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3"/>
          <p:cNvSpPr>
            <a:spLocks noGrp="1"/>
          </p:cNvSpPr>
          <p:nvPr>
            <p:ph type="pic" sz="quarter" idx="17"/>
          </p:nvPr>
        </p:nvSpPr>
        <p:spPr bwMode="ltGray">
          <a:xfrm>
            <a:off x="7318646" y="2219324"/>
            <a:ext cx="2233780" cy="241935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6" name="Marcador de posición de imagen 3"/>
          <p:cNvSpPr>
            <a:spLocks noGrp="1"/>
          </p:cNvSpPr>
          <p:nvPr>
            <p:ph type="pic" sz="quarter" idx="18"/>
          </p:nvPr>
        </p:nvSpPr>
        <p:spPr bwMode="ltGray">
          <a:xfrm>
            <a:off x="9658183" y="2219324"/>
            <a:ext cx="2233780" cy="241935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329877741"/>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0_Diseño personalizado">
    <p:spTree>
      <p:nvGrpSpPr>
        <p:cNvPr id="1" name=""/>
        <p:cNvGrpSpPr/>
        <p:nvPr/>
      </p:nvGrpSpPr>
      <p:grpSpPr>
        <a:xfrm>
          <a:off x="0" y="0"/>
          <a:ext cx="0" cy="0"/>
          <a:chOff x="0" y="0"/>
          <a:chExt cx="0" cy="0"/>
        </a:xfrm>
      </p:grpSpPr>
      <p:pic>
        <p:nvPicPr>
          <p:cNvPr id="13" name="Imagen 12"/>
          <p:cNvPicPr>
            <a:picLocks noChangeAspect="1"/>
          </p:cNvPicPr>
          <p:nvPr userDrawn="1"/>
        </p:nvPicPr>
        <p:blipFill>
          <a:blip r:embed="rId2"/>
          <a:stretch>
            <a:fillRect/>
          </a:stretch>
        </p:blipFill>
        <p:spPr>
          <a:xfrm>
            <a:off x="12453257" y="-29131"/>
            <a:ext cx="12192000" cy="6879194"/>
          </a:xfrm>
          <a:prstGeom prst="rect">
            <a:avLst/>
          </a:prstGeom>
        </p:spPr>
      </p:pic>
      <p:sp>
        <p:nvSpPr>
          <p:cNvPr id="73" name="Marcador de posición de imagen 3"/>
          <p:cNvSpPr>
            <a:spLocks noGrp="1"/>
          </p:cNvSpPr>
          <p:nvPr>
            <p:ph type="pic" sz="quarter" idx="11"/>
          </p:nvPr>
        </p:nvSpPr>
        <p:spPr>
          <a:xfrm>
            <a:off x="638176" y="3744913"/>
            <a:ext cx="2066924" cy="2812335"/>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4" name="Marcador de posición de imagen 3"/>
          <p:cNvSpPr>
            <a:spLocks noGrp="1"/>
          </p:cNvSpPr>
          <p:nvPr>
            <p:ph type="pic" sz="quarter" idx="12"/>
          </p:nvPr>
        </p:nvSpPr>
        <p:spPr>
          <a:xfrm>
            <a:off x="2777727" y="3200402"/>
            <a:ext cx="2171701" cy="3360736"/>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5" name="Marcador de posición de imagen 3"/>
          <p:cNvSpPr>
            <a:spLocks noGrp="1"/>
          </p:cNvSpPr>
          <p:nvPr>
            <p:ph type="pic" sz="quarter" idx="13"/>
          </p:nvPr>
        </p:nvSpPr>
        <p:spPr>
          <a:xfrm>
            <a:off x="5022056" y="2266952"/>
            <a:ext cx="2171701" cy="4294186"/>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6" name="Marcador de posición de imagen 3"/>
          <p:cNvSpPr>
            <a:spLocks noGrp="1"/>
          </p:cNvSpPr>
          <p:nvPr>
            <p:ph type="pic" sz="quarter" idx="14"/>
          </p:nvPr>
        </p:nvSpPr>
        <p:spPr>
          <a:xfrm>
            <a:off x="7266385" y="2476502"/>
            <a:ext cx="2171701" cy="4084636"/>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7" name="Marcador de posición de imagen 3"/>
          <p:cNvSpPr>
            <a:spLocks noGrp="1"/>
          </p:cNvSpPr>
          <p:nvPr>
            <p:ph type="pic" sz="quarter" idx="15"/>
          </p:nvPr>
        </p:nvSpPr>
        <p:spPr>
          <a:xfrm>
            <a:off x="9510713" y="4019551"/>
            <a:ext cx="2171701" cy="2537697"/>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1461783139"/>
      </p:ext>
    </p:extLst>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8" name="Marcador de posición de imagen 3"/>
          <p:cNvSpPr>
            <a:spLocks noGrp="1"/>
          </p:cNvSpPr>
          <p:nvPr>
            <p:ph type="pic" sz="quarter" idx="14"/>
          </p:nvPr>
        </p:nvSpPr>
        <p:spPr bwMode="ltGray">
          <a:xfrm>
            <a:off x="300038" y="0"/>
            <a:ext cx="2233780" cy="68500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9" name="Marcador de posición de imagen 3"/>
          <p:cNvSpPr>
            <a:spLocks noGrp="1"/>
          </p:cNvSpPr>
          <p:nvPr>
            <p:ph type="pic" sz="quarter" idx="15"/>
          </p:nvPr>
        </p:nvSpPr>
        <p:spPr bwMode="ltGray">
          <a:xfrm>
            <a:off x="2639574" y="0"/>
            <a:ext cx="2233780" cy="68500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0" name="Marcador de posición de imagen 3"/>
          <p:cNvSpPr>
            <a:spLocks noGrp="1"/>
          </p:cNvSpPr>
          <p:nvPr>
            <p:ph type="pic" sz="quarter" idx="16"/>
          </p:nvPr>
        </p:nvSpPr>
        <p:spPr bwMode="ltGray">
          <a:xfrm>
            <a:off x="4979110" y="0"/>
            <a:ext cx="2233780" cy="68500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1" name="Marcador de posición de imagen 3"/>
          <p:cNvSpPr>
            <a:spLocks noGrp="1"/>
          </p:cNvSpPr>
          <p:nvPr>
            <p:ph type="pic" sz="quarter" idx="17"/>
          </p:nvPr>
        </p:nvSpPr>
        <p:spPr bwMode="ltGray">
          <a:xfrm>
            <a:off x="7318646" y="0"/>
            <a:ext cx="2233780" cy="68500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7" name="Marcador de posición de imagen 3"/>
          <p:cNvSpPr>
            <a:spLocks noGrp="1"/>
          </p:cNvSpPr>
          <p:nvPr>
            <p:ph type="pic" sz="quarter" idx="18"/>
          </p:nvPr>
        </p:nvSpPr>
        <p:spPr bwMode="ltGray">
          <a:xfrm>
            <a:off x="9658183" y="0"/>
            <a:ext cx="2233780" cy="68500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575695782"/>
      </p:ext>
    </p:extLst>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8" name="Marcador de posición de imagen 3"/>
          <p:cNvSpPr>
            <a:spLocks noGrp="1"/>
          </p:cNvSpPr>
          <p:nvPr>
            <p:ph type="pic" sz="quarter" idx="14"/>
          </p:nvPr>
        </p:nvSpPr>
        <p:spPr bwMode="ltGray">
          <a:xfrm>
            <a:off x="300038" y="765175"/>
            <a:ext cx="2233780"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9" name="Marcador de posición de imagen 3"/>
          <p:cNvSpPr>
            <a:spLocks noGrp="1"/>
          </p:cNvSpPr>
          <p:nvPr>
            <p:ph type="pic" sz="quarter" idx="15"/>
          </p:nvPr>
        </p:nvSpPr>
        <p:spPr bwMode="ltGray">
          <a:xfrm>
            <a:off x="2639574" y="765175"/>
            <a:ext cx="2233780"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0" name="Marcador de posición de imagen 3"/>
          <p:cNvSpPr>
            <a:spLocks noGrp="1"/>
          </p:cNvSpPr>
          <p:nvPr>
            <p:ph type="pic" sz="quarter" idx="16"/>
          </p:nvPr>
        </p:nvSpPr>
        <p:spPr bwMode="ltGray">
          <a:xfrm>
            <a:off x="4979110" y="765175"/>
            <a:ext cx="2233780"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1" name="Marcador de posición de imagen 3"/>
          <p:cNvSpPr>
            <a:spLocks noGrp="1"/>
          </p:cNvSpPr>
          <p:nvPr>
            <p:ph type="pic" sz="quarter" idx="17"/>
          </p:nvPr>
        </p:nvSpPr>
        <p:spPr bwMode="ltGray">
          <a:xfrm>
            <a:off x="7318646" y="765175"/>
            <a:ext cx="2233780"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8" name="Marcador de posición de imagen 3"/>
          <p:cNvSpPr>
            <a:spLocks noGrp="1"/>
          </p:cNvSpPr>
          <p:nvPr>
            <p:ph type="pic" sz="quarter" idx="18"/>
          </p:nvPr>
        </p:nvSpPr>
        <p:spPr bwMode="ltGray">
          <a:xfrm>
            <a:off x="9658183" y="765175"/>
            <a:ext cx="2233780" cy="53276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3162345982"/>
      </p:ext>
    </p:extLst>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6_Diseño personalizado">
    <p:spTree>
      <p:nvGrpSpPr>
        <p:cNvPr id="1" name=""/>
        <p:cNvGrpSpPr/>
        <p:nvPr/>
      </p:nvGrpSpPr>
      <p:grpSpPr>
        <a:xfrm>
          <a:off x="0" y="0"/>
          <a:ext cx="0" cy="0"/>
          <a:chOff x="0" y="0"/>
          <a:chExt cx="0" cy="0"/>
        </a:xfrm>
      </p:grpSpPr>
      <p:sp>
        <p:nvSpPr>
          <p:cNvPr id="38" name="Marcador de posición de imagen 3"/>
          <p:cNvSpPr>
            <a:spLocks noGrp="1"/>
          </p:cNvSpPr>
          <p:nvPr>
            <p:ph type="pic" sz="quarter" idx="10"/>
          </p:nvPr>
        </p:nvSpPr>
        <p:spPr bwMode="ltGray">
          <a:xfrm>
            <a:off x="515938" y="0"/>
            <a:ext cx="2232000" cy="22752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39" name="Marcador de posición de imagen 3"/>
          <p:cNvSpPr>
            <a:spLocks noGrp="1"/>
          </p:cNvSpPr>
          <p:nvPr>
            <p:ph type="pic" sz="quarter" idx="11"/>
          </p:nvPr>
        </p:nvSpPr>
        <p:spPr bwMode="ltGray">
          <a:xfrm>
            <a:off x="2747963"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0" name="Marcador de posición de imagen 3"/>
          <p:cNvSpPr>
            <a:spLocks noGrp="1"/>
          </p:cNvSpPr>
          <p:nvPr>
            <p:ph type="pic" sz="quarter" idx="12"/>
          </p:nvPr>
        </p:nvSpPr>
        <p:spPr bwMode="ltGray">
          <a:xfrm>
            <a:off x="4979988"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1" name="Marcador de posición de imagen 3"/>
          <p:cNvSpPr>
            <a:spLocks noGrp="1"/>
          </p:cNvSpPr>
          <p:nvPr>
            <p:ph type="pic" sz="quarter" idx="13"/>
          </p:nvPr>
        </p:nvSpPr>
        <p:spPr bwMode="ltGray">
          <a:xfrm>
            <a:off x="7212013"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2" name="Marcador de posición de imagen 3"/>
          <p:cNvSpPr>
            <a:spLocks noGrp="1"/>
          </p:cNvSpPr>
          <p:nvPr>
            <p:ph type="pic" sz="quarter" idx="14"/>
          </p:nvPr>
        </p:nvSpPr>
        <p:spPr bwMode="ltGray">
          <a:xfrm>
            <a:off x="9444038"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3" name="Marcador de posición de imagen 3"/>
          <p:cNvSpPr>
            <a:spLocks noGrp="1"/>
          </p:cNvSpPr>
          <p:nvPr>
            <p:ph type="pic" sz="quarter" idx="15"/>
          </p:nvPr>
        </p:nvSpPr>
        <p:spPr bwMode="ltGray">
          <a:xfrm>
            <a:off x="-1716112"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dirty="0"/>
          </a:p>
        </p:txBody>
      </p:sp>
      <p:sp>
        <p:nvSpPr>
          <p:cNvPr id="44" name="Marcador de posición de imagen 3"/>
          <p:cNvSpPr>
            <a:spLocks noGrp="1"/>
          </p:cNvSpPr>
          <p:nvPr>
            <p:ph type="pic" sz="quarter" idx="16"/>
          </p:nvPr>
        </p:nvSpPr>
        <p:spPr bwMode="ltGray">
          <a:xfrm>
            <a:off x="11682947"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73863306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9_Diseño personalizado">
    <p:spTree>
      <p:nvGrpSpPr>
        <p:cNvPr id="1" name=""/>
        <p:cNvGrpSpPr/>
        <p:nvPr/>
      </p:nvGrpSpPr>
      <p:grpSpPr>
        <a:xfrm>
          <a:off x="0" y="0"/>
          <a:ext cx="0" cy="0"/>
          <a:chOff x="0" y="0"/>
          <a:chExt cx="0" cy="0"/>
        </a:xfrm>
      </p:grpSpPr>
      <p:sp>
        <p:nvSpPr>
          <p:cNvPr id="73" name="Marcador de posición de imagen 3"/>
          <p:cNvSpPr>
            <a:spLocks noGrp="1"/>
          </p:cNvSpPr>
          <p:nvPr>
            <p:ph type="pic" sz="quarter" idx="11"/>
          </p:nvPr>
        </p:nvSpPr>
        <p:spPr>
          <a:xfrm>
            <a:off x="564645" y="4574540"/>
            <a:ext cx="2210399" cy="227584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5" name="Marcador de posición de imagen 3"/>
          <p:cNvSpPr>
            <a:spLocks noGrp="1"/>
          </p:cNvSpPr>
          <p:nvPr>
            <p:ph type="pic" sz="quarter" idx="12"/>
          </p:nvPr>
        </p:nvSpPr>
        <p:spPr>
          <a:xfrm>
            <a:off x="2775044" y="4574540"/>
            <a:ext cx="2210399" cy="227584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6" name="Marcador de posición de imagen 3"/>
          <p:cNvSpPr>
            <a:spLocks noGrp="1"/>
          </p:cNvSpPr>
          <p:nvPr>
            <p:ph type="pic" sz="quarter" idx="13"/>
          </p:nvPr>
        </p:nvSpPr>
        <p:spPr>
          <a:xfrm>
            <a:off x="7195842" y="4574540"/>
            <a:ext cx="2210399" cy="227584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11" name="Marcador de posición de imagen 3"/>
          <p:cNvSpPr>
            <a:spLocks noGrp="1"/>
          </p:cNvSpPr>
          <p:nvPr>
            <p:ph type="pic" sz="quarter" idx="14"/>
          </p:nvPr>
        </p:nvSpPr>
        <p:spPr>
          <a:xfrm>
            <a:off x="4985443" y="4574540"/>
            <a:ext cx="2210399" cy="227584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12" name="Marcador de posición de imagen 3"/>
          <p:cNvSpPr>
            <a:spLocks noGrp="1"/>
          </p:cNvSpPr>
          <p:nvPr>
            <p:ph type="pic" sz="quarter" idx="15"/>
          </p:nvPr>
        </p:nvSpPr>
        <p:spPr>
          <a:xfrm>
            <a:off x="9406241" y="4574540"/>
            <a:ext cx="2210399" cy="227584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159326632"/>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Blanca 1">
    <p:spTree>
      <p:nvGrpSpPr>
        <p:cNvPr id="1" name=""/>
        <p:cNvGrpSpPr/>
        <p:nvPr/>
      </p:nvGrpSpPr>
      <p:grpSpPr>
        <a:xfrm>
          <a:off x="0" y="0"/>
          <a:ext cx="0" cy="0"/>
          <a:chOff x="0" y="0"/>
          <a:chExt cx="0" cy="0"/>
        </a:xfrm>
      </p:grpSpPr>
      <p:sp>
        <p:nvSpPr>
          <p:cNvPr id="3" name="Marcador de posición de imagen 3"/>
          <p:cNvSpPr>
            <a:spLocks noGrp="1"/>
          </p:cNvSpPr>
          <p:nvPr>
            <p:ph type="pic" sz="quarter" idx="14"/>
          </p:nvPr>
        </p:nvSpPr>
        <p:spPr bwMode="ltGray">
          <a:xfrm>
            <a:off x="300038" y="723901"/>
            <a:ext cx="2233780" cy="32131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 name="Marcador de posición de imagen 3"/>
          <p:cNvSpPr>
            <a:spLocks noGrp="1"/>
          </p:cNvSpPr>
          <p:nvPr>
            <p:ph type="pic" sz="quarter" idx="15"/>
          </p:nvPr>
        </p:nvSpPr>
        <p:spPr bwMode="ltGray">
          <a:xfrm>
            <a:off x="2639574" y="723901"/>
            <a:ext cx="2233780" cy="32131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 name="Marcador de posición de imagen 3"/>
          <p:cNvSpPr>
            <a:spLocks noGrp="1"/>
          </p:cNvSpPr>
          <p:nvPr>
            <p:ph type="pic" sz="quarter" idx="16"/>
          </p:nvPr>
        </p:nvSpPr>
        <p:spPr bwMode="ltGray">
          <a:xfrm>
            <a:off x="4979110" y="723901"/>
            <a:ext cx="2233780" cy="32131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6" name="Marcador de posición de imagen 3"/>
          <p:cNvSpPr>
            <a:spLocks noGrp="1"/>
          </p:cNvSpPr>
          <p:nvPr>
            <p:ph type="pic" sz="quarter" idx="17"/>
          </p:nvPr>
        </p:nvSpPr>
        <p:spPr bwMode="ltGray">
          <a:xfrm>
            <a:off x="7318646" y="723901"/>
            <a:ext cx="2233780" cy="32131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7" name="Marcador de posición de imagen 3"/>
          <p:cNvSpPr>
            <a:spLocks noGrp="1"/>
          </p:cNvSpPr>
          <p:nvPr>
            <p:ph type="pic" sz="quarter" idx="18"/>
          </p:nvPr>
        </p:nvSpPr>
        <p:spPr bwMode="ltGray">
          <a:xfrm>
            <a:off x="9658183" y="723901"/>
            <a:ext cx="2233780" cy="32131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566662107"/>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11_Diseño personalizado">
    <p:spTree>
      <p:nvGrpSpPr>
        <p:cNvPr id="1" name=""/>
        <p:cNvGrpSpPr/>
        <p:nvPr/>
      </p:nvGrpSpPr>
      <p:grpSpPr>
        <a:xfrm>
          <a:off x="0" y="0"/>
          <a:ext cx="0" cy="0"/>
          <a:chOff x="0" y="0"/>
          <a:chExt cx="0" cy="0"/>
        </a:xfrm>
      </p:grpSpPr>
      <p:sp>
        <p:nvSpPr>
          <p:cNvPr id="8" name="Marcador de posición de imagen 3"/>
          <p:cNvSpPr>
            <a:spLocks noGrp="1"/>
          </p:cNvSpPr>
          <p:nvPr>
            <p:ph type="pic" sz="quarter" idx="14"/>
          </p:nvPr>
        </p:nvSpPr>
        <p:spPr bwMode="ltGray">
          <a:xfrm>
            <a:off x="300038" y="3086100"/>
            <a:ext cx="2233780" cy="37639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9" name="Marcador de posición de imagen 3"/>
          <p:cNvSpPr>
            <a:spLocks noGrp="1"/>
          </p:cNvSpPr>
          <p:nvPr>
            <p:ph type="pic" sz="quarter" idx="15"/>
          </p:nvPr>
        </p:nvSpPr>
        <p:spPr bwMode="ltGray">
          <a:xfrm>
            <a:off x="2639574" y="3086100"/>
            <a:ext cx="2233780" cy="37639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0" name="Marcador de posición de imagen 3"/>
          <p:cNvSpPr>
            <a:spLocks noGrp="1"/>
          </p:cNvSpPr>
          <p:nvPr>
            <p:ph type="pic" sz="quarter" idx="16"/>
          </p:nvPr>
        </p:nvSpPr>
        <p:spPr bwMode="ltGray">
          <a:xfrm>
            <a:off x="4979110" y="3086100"/>
            <a:ext cx="2233780" cy="37639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3"/>
          <p:cNvSpPr>
            <a:spLocks noGrp="1"/>
          </p:cNvSpPr>
          <p:nvPr>
            <p:ph type="pic" sz="quarter" idx="17"/>
          </p:nvPr>
        </p:nvSpPr>
        <p:spPr bwMode="ltGray">
          <a:xfrm>
            <a:off x="7318646" y="3086100"/>
            <a:ext cx="2233780" cy="37639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6" name="Marcador de posición de imagen 3"/>
          <p:cNvSpPr>
            <a:spLocks noGrp="1"/>
          </p:cNvSpPr>
          <p:nvPr>
            <p:ph type="pic" sz="quarter" idx="18"/>
          </p:nvPr>
        </p:nvSpPr>
        <p:spPr bwMode="ltGray">
          <a:xfrm>
            <a:off x="9658183" y="3086100"/>
            <a:ext cx="2233780" cy="3763963"/>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59279088"/>
      </p:ext>
    </p:extLst>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Blanca 1">
    <p:spTree>
      <p:nvGrpSpPr>
        <p:cNvPr id="1" name=""/>
        <p:cNvGrpSpPr/>
        <p:nvPr/>
      </p:nvGrpSpPr>
      <p:grpSpPr>
        <a:xfrm>
          <a:off x="0" y="0"/>
          <a:ext cx="0" cy="0"/>
          <a:chOff x="0" y="0"/>
          <a:chExt cx="0" cy="0"/>
        </a:xfrm>
      </p:grpSpPr>
      <p:sp>
        <p:nvSpPr>
          <p:cNvPr id="2" name="Marcador de posición de imagen 3"/>
          <p:cNvSpPr>
            <a:spLocks noGrp="1"/>
          </p:cNvSpPr>
          <p:nvPr>
            <p:ph type="pic" sz="quarter" idx="10" hasCustomPrompt="1"/>
          </p:nvPr>
        </p:nvSpPr>
        <p:spPr bwMode="ltGray">
          <a:xfrm>
            <a:off x="766763" y="765174"/>
            <a:ext cx="10658476" cy="5327651"/>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Imagen</a:t>
            </a:r>
            <a:endParaRPr lang="es-CL" dirty="0"/>
          </a:p>
        </p:txBody>
      </p:sp>
    </p:spTree>
    <p:extLst>
      <p:ext uri="{BB962C8B-B14F-4D97-AF65-F5344CB8AC3E}">
        <p14:creationId xmlns:p14="http://schemas.microsoft.com/office/powerpoint/2010/main" val="704270733"/>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Diseño personalizado">
    <p:spTree>
      <p:nvGrpSpPr>
        <p:cNvPr id="1" name=""/>
        <p:cNvGrpSpPr/>
        <p:nvPr/>
      </p:nvGrpSpPr>
      <p:grpSpPr>
        <a:xfrm>
          <a:off x="0" y="0"/>
          <a:ext cx="0" cy="0"/>
          <a:chOff x="0" y="0"/>
          <a:chExt cx="0" cy="0"/>
        </a:xfrm>
      </p:grpSpPr>
      <p:sp>
        <p:nvSpPr>
          <p:cNvPr id="31" name="Marcador de posición de imagen 2"/>
          <p:cNvSpPr>
            <a:spLocks noGrp="1"/>
          </p:cNvSpPr>
          <p:nvPr>
            <p:ph type="pic" sz="quarter" idx="26" hasCustomPrompt="1"/>
          </p:nvPr>
        </p:nvSpPr>
        <p:spPr>
          <a:xfrm>
            <a:off x="9048751" y="3674595"/>
            <a:ext cx="1870868" cy="174590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
        <p:nvSpPr>
          <p:cNvPr id="32" name="Marcador de posición de imagen 2"/>
          <p:cNvSpPr>
            <a:spLocks noGrp="1"/>
          </p:cNvSpPr>
          <p:nvPr>
            <p:ph type="pic" sz="quarter" idx="27" hasCustomPrompt="1"/>
          </p:nvPr>
        </p:nvSpPr>
        <p:spPr>
          <a:xfrm>
            <a:off x="6456363" y="3674595"/>
            <a:ext cx="1870868" cy="174590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
        <p:nvSpPr>
          <p:cNvPr id="33" name="Marcador de posición de imagen 2"/>
          <p:cNvSpPr>
            <a:spLocks noGrp="1"/>
          </p:cNvSpPr>
          <p:nvPr>
            <p:ph type="pic" sz="quarter" idx="28" hasCustomPrompt="1"/>
          </p:nvPr>
        </p:nvSpPr>
        <p:spPr>
          <a:xfrm>
            <a:off x="1271588" y="3674595"/>
            <a:ext cx="1870868" cy="174590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endParaRPr lang="es-CL" dirty="0"/>
          </a:p>
        </p:txBody>
      </p:sp>
      <p:sp>
        <p:nvSpPr>
          <p:cNvPr id="34" name="Marcador de posición de imagen 2"/>
          <p:cNvSpPr>
            <a:spLocks noGrp="1"/>
          </p:cNvSpPr>
          <p:nvPr>
            <p:ph type="pic" sz="quarter" idx="29" hasCustomPrompt="1"/>
          </p:nvPr>
        </p:nvSpPr>
        <p:spPr>
          <a:xfrm>
            <a:off x="3863976" y="3674595"/>
            <a:ext cx="1870868" cy="174590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
        <p:nvSpPr>
          <p:cNvPr id="30" name="Marcador de posición de imagen 2"/>
          <p:cNvSpPr>
            <a:spLocks noGrp="1"/>
          </p:cNvSpPr>
          <p:nvPr>
            <p:ph type="pic" sz="quarter" idx="25" hasCustomPrompt="1"/>
          </p:nvPr>
        </p:nvSpPr>
        <p:spPr>
          <a:xfrm>
            <a:off x="9049545" y="260350"/>
            <a:ext cx="1870868" cy="174590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
        <p:nvSpPr>
          <p:cNvPr id="29" name="Marcador de posición de imagen 2"/>
          <p:cNvSpPr>
            <a:spLocks noGrp="1"/>
          </p:cNvSpPr>
          <p:nvPr>
            <p:ph type="pic" sz="quarter" idx="24" hasCustomPrompt="1"/>
          </p:nvPr>
        </p:nvSpPr>
        <p:spPr>
          <a:xfrm>
            <a:off x="6457157" y="260350"/>
            <a:ext cx="1870868" cy="174590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
        <p:nvSpPr>
          <p:cNvPr id="13" name="Marcador de posición de imagen 2"/>
          <p:cNvSpPr>
            <a:spLocks noGrp="1"/>
          </p:cNvSpPr>
          <p:nvPr>
            <p:ph type="pic" sz="quarter" idx="11" hasCustomPrompt="1"/>
          </p:nvPr>
        </p:nvSpPr>
        <p:spPr>
          <a:xfrm>
            <a:off x="1272382" y="260349"/>
            <a:ext cx="1872000" cy="1728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endParaRPr lang="es-CL" dirty="0"/>
          </a:p>
        </p:txBody>
      </p:sp>
      <p:sp>
        <p:nvSpPr>
          <p:cNvPr id="23" name="Marcador de posición de imagen 2"/>
          <p:cNvSpPr>
            <a:spLocks noGrp="1"/>
          </p:cNvSpPr>
          <p:nvPr>
            <p:ph type="pic" sz="quarter" idx="18" hasCustomPrompt="1"/>
          </p:nvPr>
        </p:nvSpPr>
        <p:spPr>
          <a:xfrm>
            <a:off x="3864770" y="260350"/>
            <a:ext cx="1870868" cy="1745903"/>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r>
              <a:rPr lang="es-CL" dirty="0" smtClean="0"/>
              <a:t>Inserta una imagen</a:t>
            </a:r>
          </a:p>
          <a:p>
            <a:pPr marL="0" lvl="0" indent="0" algn="ctr">
              <a:buNone/>
            </a:pPr>
            <a:endParaRPr lang="es-CL" dirty="0"/>
          </a:p>
        </p:txBody>
      </p:sp>
    </p:spTree>
    <p:extLst>
      <p:ext uri="{BB962C8B-B14F-4D97-AF65-F5344CB8AC3E}">
        <p14:creationId xmlns:p14="http://schemas.microsoft.com/office/powerpoint/2010/main" val="1763742081"/>
      </p:ext>
    </p:extLst>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08_Diseño personalizado">
    <p:spTree>
      <p:nvGrpSpPr>
        <p:cNvPr id="1" name=""/>
        <p:cNvGrpSpPr/>
        <p:nvPr/>
      </p:nvGrpSpPr>
      <p:grpSpPr>
        <a:xfrm>
          <a:off x="0" y="0"/>
          <a:ext cx="0" cy="0"/>
          <a:chOff x="0" y="0"/>
          <a:chExt cx="0" cy="0"/>
        </a:xfrm>
      </p:grpSpPr>
      <p:sp>
        <p:nvSpPr>
          <p:cNvPr id="6" name="Marcador de posición de imagen 3"/>
          <p:cNvSpPr>
            <a:spLocks noGrp="1"/>
          </p:cNvSpPr>
          <p:nvPr>
            <p:ph type="pic" sz="quarter" idx="13"/>
          </p:nvPr>
        </p:nvSpPr>
        <p:spPr bwMode="ltGray">
          <a:xfrm>
            <a:off x="3216273" y="1958974"/>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7" name="Marcador de posición de imagen 3"/>
          <p:cNvSpPr>
            <a:spLocks noGrp="1"/>
          </p:cNvSpPr>
          <p:nvPr>
            <p:ph type="pic" sz="quarter" idx="14"/>
          </p:nvPr>
        </p:nvSpPr>
        <p:spPr bwMode="ltGray">
          <a:xfrm>
            <a:off x="5163919" y="1958974"/>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9" name="Marcador de posición de imagen 3"/>
          <p:cNvSpPr>
            <a:spLocks noGrp="1"/>
          </p:cNvSpPr>
          <p:nvPr>
            <p:ph type="pic" sz="quarter" idx="15"/>
          </p:nvPr>
        </p:nvSpPr>
        <p:spPr bwMode="ltGray">
          <a:xfrm>
            <a:off x="7108826" y="1958974"/>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0" name="Marcador de posición de imagen 3"/>
          <p:cNvSpPr>
            <a:spLocks noGrp="1"/>
          </p:cNvSpPr>
          <p:nvPr>
            <p:ph type="pic" sz="quarter" idx="16"/>
          </p:nvPr>
        </p:nvSpPr>
        <p:spPr bwMode="ltGray">
          <a:xfrm>
            <a:off x="9053733" y="1958974"/>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 name="Marcador de posición de imagen 3"/>
          <p:cNvSpPr>
            <a:spLocks noGrp="1"/>
          </p:cNvSpPr>
          <p:nvPr>
            <p:ph type="pic" sz="quarter" idx="17"/>
          </p:nvPr>
        </p:nvSpPr>
        <p:spPr bwMode="ltGray">
          <a:xfrm>
            <a:off x="3216273" y="4293388"/>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1" name="Marcador de posición de imagen 3"/>
          <p:cNvSpPr>
            <a:spLocks noGrp="1"/>
          </p:cNvSpPr>
          <p:nvPr>
            <p:ph type="pic" sz="quarter" idx="18"/>
          </p:nvPr>
        </p:nvSpPr>
        <p:spPr bwMode="ltGray">
          <a:xfrm>
            <a:off x="5163919" y="4293388"/>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2" name="Marcador de posición de imagen 3"/>
          <p:cNvSpPr>
            <a:spLocks noGrp="1"/>
          </p:cNvSpPr>
          <p:nvPr>
            <p:ph type="pic" sz="quarter" idx="19"/>
          </p:nvPr>
        </p:nvSpPr>
        <p:spPr bwMode="ltGray">
          <a:xfrm>
            <a:off x="7108826" y="4293388"/>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13" name="Marcador de posición de imagen 3"/>
          <p:cNvSpPr>
            <a:spLocks noGrp="1"/>
          </p:cNvSpPr>
          <p:nvPr>
            <p:ph type="pic" sz="quarter" idx="20"/>
          </p:nvPr>
        </p:nvSpPr>
        <p:spPr bwMode="ltGray">
          <a:xfrm>
            <a:off x="9053733" y="4293388"/>
            <a:ext cx="1727201" cy="149781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728591280"/>
      </p:ext>
    </p:extLst>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13" name="Marcador de posición de imagen 2"/>
          <p:cNvSpPr>
            <a:spLocks noGrp="1"/>
          </p:cNvSpPr>
          <p:nvPr>
            <p:ph type="pic" sz="quarter" idx="11"/>
          </p:nvPr>
        </p:nvSpPr>
        <p:spPr>
          <a:xfrm>
            <a:off x="300038" y="3136899"/>
            <a:ext cx="1871662" cy="198120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4" name="Marcador de posición de imagen 2"/>
          <p:cNvSpPr>
            <a:spLocks noGrp="1"/>
          </p:cNvSpPr>
          <p:nvPr>
            <p:ph type="pic" sz="quarter" idx="12"/>
          </p:nvPr>
        </p:nvSpPr>
        <p:spPr>
          <a:xfrm>
            <a:off x="2243139" y="3136899"/>
            <a:ext cx="1873249" cy="198120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2"/>
          <p:cNvSpPr>
            <a:spLocks noGrp="1"/>
          </p:cNvSpPr>
          <p:nvPr>
            <p:ph type="pic" sz="quarter" idx="13"/>
          </p:nvPr>
        </p:nvSpPr>
        <p:spPr>
          <a:xfrm>
            <a:off x="4187827" y="3136899"/>
            <a:ext cx="1871661" cy="198120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6" name="Marcador de posición de imagen 2"/>
          <p:cNvSpPr>
            <a:spLocks noGrp="1"/>
          </p:cNvSpPr>
          <p:nvPr>
            <p:ph type="pic" sz="quarter" idx="14"/>
          </p:nvPr>
        </p:nvSpPr>
        <p:spPr>
          <a:xfrm>
            <a:off x="6132513" y="3136899"/>
            <a:ext cx="1871662" cy="198120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7" name="Marcador de posición de imagen 2"/>
          <p:cNvSpPr>
            <a:spLocks noGrp="1"/>
          </p:cNvSpPr>
          <p:nvPr>
            <p:ph type="pic" sz="quarter" idx="15"/>
          </p:nvPr>
        </p:nvSpPr>
        <p:spPr>
          <a:xfrm>
            <a:off x="8077200" y="3136898"/>
            <a:ext cx="1871663" cy="198120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8" name="Marcador de posición de imagen 2"/>
          <p:cNvSpPr>
            <a:spLocks noGrp="1"/>
          </p:cNvSpPr>
          <p:nvPr>
            <p:ph type="pic" sz="quarter" idx="16"/>
          </p:nvPr>
        </p:nvSpPr>
        <p:spPr>
          <a:xfrm>
            <a:off x="10021093" y="3136899"/>
            <a:ext cx="1870870" cy="198120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805084172"/>
      </p:ext>
    </p:extLst>
  </p:cSld>
  <p:clrMapOvr>
    <a:masterClrMapping/>
  </p:clrMapOvr>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6" name="Marcador de posición de imagen 2"/>
          <p:cNvSpPr>
            <a:spLocks noGrp="1"/>
          </p:cNvSpPr>
          <p:nvPr>
            <p:ph type="pic" sz="quarter" idx="11"/>
          </p:nvPr>
        </p:nvSpPr>
        <p:spPr>
          <a:xfrm>
            <a:off x="300038" y="3136899"/>
            <a:ext cx="1871662" cy="342423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2" name="Marcador de posición de imagen 2"/>
          <p:cNvSpPr>
            <a:spLocks noGrp="1"/>
          </p:cNvSpPr>
          <p:nvPr>
            <p:ph type="pic" sz="quarter" idx="12"/>
          </p:nvPr>
        </p:nvSpPr>
        <p:spPr>
          <a:xfrm>
            <a:off x="2243139" y="3136899"/>
            <a:ext cx="1873249" cy="342423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3" name="Marcador de posición de imagen 2"/>
          <p:cNvSpPr>
            <a:spLocks noGrp="1"/>
          </p:cNvSpPr>
          <p:nvPr>
            <p:ph type="pic" sz="quarter" idx="13"/>
          </p:nvPr>
        </p:nvSpPr>
        <p:spPr>
          <a:xfrm>
            <a:off x="4187827" y="3136899"/>
            <a:ext cx="1871661" cy="342423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4" name="Marcador de posición de imagen 2"/>
          <p:cNvSpPr>
            <a:spLocks noGrp="1"/>
          </p:cNvSpPr>
          <p:nvPr>
            <p:ph type="pic" sz="quarter" idx="14"/>
          </p:nvPr>
        </p:nvSpPr>
        <p:spPr>
          <a:xfrm>
            <a:off x="6132513" y="3136899"/>
            <a:ext cx="1871662" cy="342423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2"/>
          <p:cNvSpPr>
            <a:spLocks noGrp="1"/>
          </p:cNvSpPr>
          <p:nvPr>
            <p:ph type="pic" sz="quarter" idx="15"/>
          </p:nvPr>
        </p:nvSpPr>
        <p:spPr>
          <a:xfrm>
            <a:off x="8077200" y="3136898"/>
            <a:ext cx="1871663" cy="3424239"/>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6" name="Marcador de posición de imagen 2"/>
          <p:cNvSpPr>
            <a:spLocks noGrp="1"/>
          </p:cNvSpPr>
          <p:nvPr>
            <p:ph type="pic" sz="quarter" idx="16"/>
          </p:nvPr>
        </p:nvSpPr>
        <p:spPr>
          <a:xfrm>
            <a:off x="10021093" y="3136900"/>
            <a:ext cx="1870870" cy="3424238"/>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689956675"/>
      </p:ext>
    </p:extLst>
  </p:cSld>
  <p:clrMapOvr>
    <a:masterClrMapping/>
  </p:clrMapOvr>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sp>
        <p:nvSpPr>
          <p:cNvPr id="12" name="Marcador de posición de imagen 2"/>
          <p:cNvSpPr>
            <a:spLocks noGrp="1"/>
          </p:cNvSpPr>
          <p:nvPr>
            <p:ph type="pic" sz="quarter" idx="11"/>
          </p:nvPr>
        </p:nvSpPr>
        <p:spPr>
          <a:xfrm>
            <a:off x="300038" y="3136899"/>
            <a:ext cx="1871662" cy="371316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3" name="Marcador de posición de imagen 2"/>
          <p:cNvSpPr>
            <a:spLocks noGrp="1"/>
          </p:cNvSpPr>
          <p:nvPr>
            <p:ph type="pic" sz="quarter" idx="12"/>
          </p:nvPr>
        </p:nvSpPr>
        <p:spPr>
          <a:xfrm>
            <a:off x="2243139" y="3136899"/>
            <a:ext cx="1873249" cy="371316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4" name="Marcador de posición de imagen 2"/>
          <p:cNvSpPr>
            <a:spLocks noGrp="1"/>
          </p:cNvSpPr>
          <p:nvPr>
            <p:ph type="pic" sz="quarter" idx="13"/>
          </p:nvPr>
        </p:nvSpPr>
        <p:spPr>
          <a:xfrm>
            <a:off x="4187827" y="3136899"/>
            <a:ext cx="1871661" cy="371316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5" name="Marcador de posición de imagen 2"/>
          <p:cNvSpPr>
            <a:spLocks noGrp="1"/>
          </p:cNvSpPr>
          <p:nvPr>
            <p:ph type="pic" sz="quarter" idx="14"/>
          </p:nvPr>
        </p:nvSpPr>
        <p:spPr>
          <a:xfrm>
            <a:off x="6132513" y="3136899"/>
            <a:ext cx="1871662" cy="371316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6" name="Marcador de posición de imagen 2"/>
          <p:cNvSpPr>
            <a:spLocks noGrp="1"/>
          </p:cNvSpPr>
          <p:nvPr>
            <p:ph type="pic" sz="quarter" idx="15"/>
          </p:nvPr>
        </p:nvSpPr>
        <p:spPr>
          <a:xfrm>
            <a:off x="8077200" y="3136898"/>
            <a:ext cx="1871663" cy="371316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17" name="Marcador de posición de imagen 2"/>
          <p:cNvSpPr>
            <a:spLocks noGrp="1"/>
          </p:cNvSpPr>
          <p:nvPr>
            <p:ph type="pic" sz="quarter" idx="16"/>
          </p:nvPr>
        </p:nvSpPr>
        <p:spPr>
          <a:xfrm>
            <a:off x="10021093" y="3136899"/>
            <a:ext cx="1870870" cy="3713164"/>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2692963127"/>
      </p:ext>
    </p:extLst>
  </p:cSld>
  <p:clrMapOvr>
    <a:masterClrMapping/>
  </p:clrMapOvr>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3" name="Marcador de posición de imagen 2"/>
          <p:cNvSpPr>
            <a:spLocks noGrp="1"/>
          </p:cNvSpPr>
          <p:nvPr>
            <p:ph type="pic" sz="quarter" idx="11"/>
          </p:nvPr>
        </p:nvSpPr>
        <p:spPr>
          <a:xfrm>
            <a:off x="2243138" y="2493169"/>
            <a:ext cx="3816349" cy="1945482"/>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 name="Marcador de posición de imagen 2"/>
          <p:cNvSpPr>
            <a:spLocks noGrp="1"/>
          </p:cNvSpPr>
          <p:nvPr>
            <p:ph type="pic" sz="quarter" idx="13"/>
          </p:nvPr>
        </p:nvSpPr>
        <p:spPr>
          <a:xfrm>
            <a:off x="2243138" y="0"/>
            <a:ext cx="6732587" cy="241935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5" name="Marcador de posición de imagen 2"/>
          <p:cNvSpPr>
            <a:spLocks noGrp="1"/>
          </p:cNvSpPr>
          <p:nvPr>
            <p:ph type="pic" sz="quarter" idx="15"/>
          </p:nvPr>
        </p:nvSpPr>
        <p:spPr>
          <a:xfrm>
            <a:off x="9048749" y="296862"/>
            <a:ext cx="2879725" cy="2122487"/>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6" name="Marcador de posición de imagen 2"/>
          <p:cNvSpPr>
            <a:spLocks noGrp="1"/>
          </p:cNvSpPr>
          <p:nvPr>
            <p:ph type="pic" sz="quarter" idx="17"/>
          </p:nvPr>
        </p:nvSpPr>
        <p:spPr>
          <a:xfrm>
            <a:off x="0" y="4518659"/>
            <a:ext cx="6059487" cy="2339341"/>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7" name="Marcador de posición de imagen 2"/>
          <p:cNvSpPr>
            <a:spLocks noGrp="1"/>
          </p:cNvSpPr>
          <p:nvPr>
            <p:ph type="pic" sz="quarter" idx="18"/>
          </p:nvPr>
        </p:nvSpPr>
        <p:spPr>
          <a:xfrm>
            <a:off x="6132511" y="2493168"/>
            <a:ext cx="5795964" cy="4364832"/>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794675395"/>
      </p:ext>
    </p:extLst>
  </p:cSld>
  <p:clrMapOvr>
    <a:masterClrMapping/>
  </p:clrMapOvr>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8_Diseño personalizado">
    <p:spTree>
      <p:nvGrpSpPr>
        <p:cNvPr id="1" name=""/>
        <p:cNvGrpSpPr/>
        <p:nvPr/>
      </p:nvGrpSpPr>
      <p:grpSpPr>
        <a:xfrm>
          <a:off x="0" y="0"/>
          <a:ext cx="0" cy="0"/>
          <a:chOff x="0" y="0"/>
          <a:chExt cx="0" cy="0"/>
        </a:xfrm>
      </p:grpSpPr>
      <p:sp>
        <p:nvSpPr>
          <p:cNvPr id="37" name="Marcador de posición de imagen 2"/>
          <p:cNvSpPr>
            <a:spLocks noGrp="1"/>
          </p:cNvSpPr>
          <p:nvPr>
            <p:ph type="pic" sz="quarter" idx="11"/>
          </p:nvPr>
        </p:nvSpPr>
        <p:spPr>
          <a:xfrm>
            <a:off x="300038" y="296863"/>
            <a:ext cx="4320000" cy="1764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dirty="0"/>
          </a:p>
        </p:txBody>
      </p:sp>
      <p:sp>
        <p:nvSpPr>
          <p:cNvPr id="38" name="Marcador de posición de imagen 2"/>
          <p:cNvSpPr>
            <a:spLocks noGrp="1"/>
          </p:cNvSpPr>
          <p:nvPr>
            <p:ph type="pic" sz="quarter" idx="12"/>
          </p:nvPr>
        </p:nvSpPr>
        <p:spPr>
          <a:xfrm>
            <a:off x="300038" y="2174300"/>
            <a:ext cx="4320000" cy="1764000"/>
          </a:xfrm>
          <a:prstGeom prst="rect">
            <a:avLst/>
          </a:prstGeom>
          <a:solidFill>
            <a:schemeClr val="accent3">
              <a:lumMod val="20000"/>
              <a:lumOff val="80000"/>
            </a:schemeClr>
          </a:solidFill>
          <a:ln>
            <a:noFill/>
          </a:ln>
        </p:spPr>
        <p:txBody>
          <a:bodyPr/>
          <a:lstStyle>
            <a:lvl1pPr>
              <a:defRPr lang="es-CL" sz="1000" kern="1200" baseline="0" dirty="0">
                <a:solidFill>
                  <a:srgbClr val="5D554B"/>
                </a:solidFill>
                <a:latin typeface="+mn-lt"/>
                <a:ea typeface="+mn-ea"/>
                <a:cs typeface="+mn-cs"/>
              </a:defRPr>
            </a:lvl1pPr>
          </a:lstStyle>
          <a:p>
            <a:endParaRPr lang="es-CL" dirty="0"/>
          </a:p>
        </p:txBody>
      </p:sp>
      <p:sp>
        <p:nvSpPr>
          <p:cNvPr id="39" name="Marcador de posición de imagen 2"/>
          <p:cNvSpPr>
            <a:spLocks noGrp="1"/>
          </p:cNvSpPr>
          <p:nvPr>
            <p:ph type="pic" sz="quarter" idx="13"/>
          </p:nvPr>
        </p:nvSpPr>
        <p:spPr>
          <a:xfrm>
            <a:off x="293314" y="4051737"/>
            <a:ext cx="4320000" cy="1764000"/>
          </a:xfrm>
          <a:prstGeom prst="rect">
            <a:avLst/>
          </a:prstGeom>
          <a:solidFill>
            <a:srgbClr val="CFCAC3"/>
          </a:solidFill>
          <a:ln>
            <a:noFill/>
          </a:ln>
        </p:spPr>
        <p:txBody>
          <a:bodyPr/>
          <a:lstStyle>
            <a:lvl1pPr>
              <a:defRPr lang="es-CL" sz="1000" kern="1200" baseline="0">
                <a:solidFill>
                  <a:srgbClr val="5D554B"/>
                </a:solidFill>
                <a:latin typeface="+mn-lt"/>
                <a:ea typeface="+mn-ea"/>
                <a:cs typeface="+mn-cs"/>
              </a:defRPr>
            </a:lvl1pPr>
          </a:lstStyle>
          <a:p>
            <a:endParaRPr lang="es-CL" dirty="0"/>
          </a:p>
        </p:txBody>
      </p:sp>
      <p:sp>
        <p:nvSpPr>
          <p:cNvPr id="5" name="Marcador de posición de imagen 2"/>
          <p:cNvSpPr>
            <a:spLocks noGrp="1"/>
          </p:cNvSpPr>
          <p:nvPr>
            <p:ph type="pic" sz="quarter" idx="14"/>
          </p:nvPr>
        </p:nvSpPr>
        <p:spPr>
          <a:xfrm>
            <a:off x="4728750" y="296863"/>
            <a:ext cx="4320000" cy="1764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dirty="0"/>
          </a:p>
        </p:txBody>
      </p:sp>
      <p:sp>
        <p:nvSpPr>
          <p:cNvPr id="6" name="Marcador de posición de imagen 2"/>
          <p:cNvSpPr>
            <a:spLocks noGrp="1"/>
          </p:cNvSpPr>
          <p:nvPr>
            <p:ph type="pic" sz="quarter" idx="15"/>
          </p:nvPr>
        </p:nvSpPr>
        <p:spPr>
          <a:xfrm>
            <a:off x="4728750" y="2174300"/>
            <a:ext cx="4320000" cy="1764000"/>
          </a:xfrm>
          <a:prstGeom prst="rect">
            <a:avLst/>
          </a:prstGeom>
          <a:solidFill>
            <a:schemeClr val="accent3">
              <a:lumMod val="20000"/>
              <a:lumOff val="80000"/>
            </a:schemeClr>
          </a:solidFill>
          <a:ln>
            <a:noFill/>
          </a:ln>
        </p:spPr>
        <p:txBody>
          <a:bodyPr/>
          <a:lstStyle>
            <a:lvl1pPr>
              <a:defRPr lang="es-CL" sz="1000" kern="1200" baseline="0" dirty="0">
                <a:solidFill>
                  <a:srgbClr val="5D554B"/>
                </a:solidFill>
                <a:latin typeface="+mn-lt"/>
                <a:ea typeface="+mn-ea"/>
                <a:cs typeface="+mn-cs"/>
              </a:defRPr>
            </a:lvl1pPr>
          </a:lstStyle>
          <a:p>
            <a:endParaRPr lang="es-CL" dirty="0"/>
          </a:p>
        </p:txBody>
      </p:sp>
      <p:sp>
        <p:nvSpPr>
          <p:cNvPr id="7" name="Marcador de posición de imagen 2"/>
          <p:cNvSpPr>
            <a:spLocks noGrp="1"/>
          </p:cNvSpPr>
          <p:nvPr>
            <p:ph type="pic" sz="quarter" idx="16"/>
          </p:nvPr>
        </p:nvSpPr>
        <p:spPr>
          <a:xfrm>
            <a:off x="4728750" y="4051737"/>
            <a:ext cx="4320000" cy="1764000"/>
          </a:xfrm>
          <a:prstGeom prst="rect">
            <a:avLst/>
          </a:prstGeom>
          <a:solidFill>
            <a:srgbClr val="CFCAC3"/>
          </a:solidFill>
          <a:ln>
            <a:noFill/>
          </a:ln>
        </p:spPr>
        <p:txBody>
          <a:bodyPr/>
          <a:lstStyle>
            <a:lvl1pPr>
              <a:defRPr lang="es-CL" sz="1000" kern="1200" baseline="0">
                <a:solidFill>
                  <a:srgbClr val="5D554B"/>
                </a:solidFill>
                <a:latin typeface="+mn-lt"/>
                <a:ea typeface="+mn-ea"/>
                <a:cs typeface="+mn-cs"/>
              </a:defRPr>
            </a:lvl1pPr>
          </a:lstStyle>
          <a:p>
            <a:endParaRPr lang="es-CL" dirty="0"/>
          </a:p>
        </p:txBody>
      </p:sp>
    </p:spTree>
    <p:extLst>
      <p:ext uri="{BB962C8B-B14F-4D97-AF65-F5344CB8AC3E}">
        <p14:creationId xmlns:p14="http://schemas.microsoft.com/office/powerpoint/2010/main" val="373549317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guide id="2" orient="horz" pos="2160" userDrawn="1">
          <p15:clr>
            <a:srgbClr val="A4A3A4"/>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6_Diseño personalizado">
    <p:spTree>
      <p:nvGrpSpPr>
        <p:cNvPr id="1" name=""/>
        <p:cNvGrpSpPr/>
        <p:nvPr/>
      </p:nvGrpSpPr>
      <p:grpSpPr>
        <a:xfrm>
          <a:off x="0" y="0"/>
          <a:ext cx="0" cy="0"/>
          <a:chOff x="0" y="0"/>
          <a:chExt cx="0" cy="0"/>
        </a:xfrm>
      </p:grpSpPr>
      <p:sp>
        <p:nvSpPr>
          <p:cNvPr id="38" name="Marcador de posición de imagen 3"/>
          <p:cNvSpPr>
            <a:spLocks noGrp="1"/>
          </p:cNvSpPr>
          <p:nvPr>
            <p:ph type="pic" sz="quarter" idx="10"/>
          </p:nvPr>
        </p:nvSpPr>
        <p:spPr bwMode="ltGray">
          <a:xfrm>
            <a:off x="515938"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39" name="Marcador de posición de imagen 3"/>
          <p:cNvSpPr>
            <a:spLocks noGrp="1"/>
          </p:cNvSpPr>
          <p:nvPr>
            <p:ph type="pic" sz="quarter" idx="11"/>
          </p:nvPr>
        </p:nvSpPr>
        <p:spPr bwMode="ltGray">
          <a:xfrm>
            <a:off x="2747963"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0" name="Marcador de posición de imagen 3"/>
          <p:cNvSpPr>
            <a:spLocks noGrp="1"/>
          </p:cNvSpPr>
          <p:nvPr>
            <p:ph type="pic" sz="quarter" idx="12"/>
          </p:nvPr>
        </p:nvSpPr>
        <p:spPr bwMode="ltGray">
          <a:xfrm>
            <a:off x="4979988"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1" name="Marcador de posición de imagen 3"/>
          <p:cNvSpPr>
            <a:spLocks noGrp="1"/>
          </p:cNvSpPr>
          <p:nvPr>
            <p:ph type="pic" sz="quarter" idx="13"/>
          </p:nvPr>
        </p:nvSpPr>
        <p:spPr bwMode="ltGray">
          <a:xfrm>
            <a:off x="7212013"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2" name="Marcador de posición de imagen 3"/>
          <p:cNvSpPr>
            <a:spLocks noGrp="1"/>
          </p:cNvSpPr>
          <p:nvPr>
            <p:ph type="pic" sz="quarter" idx="14"/>
          </p:nvPr>
        </p:nvSpPr>
        <p:spPr bwMode="ltGray">
          <a:xfrm>
            <a:off x="9444038"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3" name="Marcador de posición de imagen 3"/>
          <p:cNvSpPr>
            <a:spLocks noGrp="1"/>
          </p:cNvSpPr>
          <p:nvPr>
            <p:ph type="pic" sz="quarter" idx="15"/>
          </p:nvPr>
        </p:nvSpPr>
        <p:spPr bwMode="ltGray">
          <a:xfrm>
            <a:off x="-1716112"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4" name="Marcador de posición de imagen 3"/>
          <p:cNvSpPr>
            <a:spLocks noGrp="1"/>
          </p:cNvSpPr>
          <p:nvPr>
            <p:ph type="pic" sz="quarter" idx="16"/>
          </p:nvPr>
        </p:nvSpPr>
        <p:spPr bwMode="ltGray">
          <a:xfrm>
            <a:off x="11682947" y="0"/>
            <a:ext cx="2232000" cy="22752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179969837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7_Diseño personalizado">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stretch>
            <a:fillRect/>
          </a:stretch>
        </p:blipFill>
        <p:spPr>
          <a:xfrm>
            <a:off x="14487564" y="296863"/>
            <a:ext cx="12184192" cy="6843040"/>
          </a:xfrm>
          <a:prstGeom prst="rect">
            <a:avLst/>
          </a:prstGeom>
        </p:spPr>
      </p:pic>
      <p:sp>
        <p:nvSpPr>
          <p:cNvPr id="38" name="Marcador de posición de imagen 3"/>
          <p:cNvSpPr>
            <a:spLocks noGrp="1"/>
          </p:cNvSpPr>
          <p:nvPr>
            <p:ph type="pic" sz="quarter" idx="10"/>
          </p:nvPr>
        </p:nvSpPr>
        <p:spPr bwMode="ltGray">
          <a:xfrm>
            <a:off x="515938" y="2421388"/>
            <a:ext cx="2232000" cy="3600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39" name="Marcador de posición de imagen 3"/>
          <p:cNvSpPr>
            <a:spLocks noGrp="1"/>
          </p:cNvSpPr>
          <p:nvPr>
            <p:ph type="pic" sz="quarter" idx="11"/>
          </p:nvPr>
        </p:nvSpPr>
        <p:spPr bwMode="ltGray">
          <a:xfrm>
            <a:off x="2747963" y="2421388"/>
            <a:ext cx="2232000" cy="3600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0" name="Marcador de posición de imagen 3"/>
          <p:cNvSpPr>
            <a:spLocks noGrp="1"/>
          </p:cNvSpPr>
          <p:nvPr>
            <p:ph type="pic" sz="quarter" idx="12"/>
          </p:nvPr>
        </p:nvSpPr>
        <p:spPr bwMode="ltGray">
          <a:xfrm>
            <a:off x="4979988" y="2421388"/>
            <a:ext cx="2232000" cy="3600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1" name="Marcador de posición de imagen 3"/>
          <p:cNvSpPr>
            <a:spLocks noGrp="1"/>
          </p:cNvSpPr>
          <p:nvPr>
            <p:ph type="pic" sz="quarter" idx="13"/>
          </p:nvPr>
        </p:nvSpPr>
        <p:spPr bwMode="ltGray">
          <a:xfrm>
            <a:off x="7212013" y="2421388"/>
            <a:ext cx="2232000" cy="3600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2" name="Marcador de posición de imagen 3"/>
          <p:cNvSpPr>
            <a:spLocks noGrp="1"/>
          </p:cNvSpPr>
          <p:nvPr>
            <p:ph type="pic" sz="quarter" idx="14"/>
          </p:nvPr>
        </p:nvSpPr>
        <p:spPr bwMode="ltGray">
          <a:xfrm>
            <a:off x="9444038" y="2421388"/>
            <a:ext cx="2232000" cy="3600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3" name="Marcador de posición de imagen 3"/>
          <p:cNvSpPr>
            <a:spLocks noGrp="1"/>
          </p:cNvSpPr>
          <p:nvPr>
            <p:ph type="pic" sz="quarter" idx="15"/>
          </p:nvPr>
        </p:nvSpPr>
        <p:spPr bwMode="ltGray">
          <a:xfrm>
            <a:off x="-1716112" y="2421388"/>
            <a:ext cx="2232000" cy="3600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
        <p:nvSpPr>
          <p:cNvPr id="44" name="Marcador de posición de imagen 3"/>
          <p:cNvSpPr>
            <a:spLocks noGrp="1"/>
          </p:cNvSpPr>
          <p:nvPr>
            <p:ph type="pic" sz="quarter" idx="16"/>
          </p:nvPr>
        </p:nvSpPr>
        <p:spPr bwMode="ltGray">
          <a:xfrm>
            <a:off x="11682947" y="2421388"/>
            <a:ext cx="2232000" cy="3600000"/>
          </a:xfrm>
          <a:prstGeom prst="rect">
            <a:avLst/>
          </a:prstGeom>
          <a:solidFill>
            <a:srgbClr val="CFCAC3">
              <a:alpha val="91000"/>
            </a:srgbClr>
          </a:solidFill>
          <a:ln>
            <a:noFill/>
          </a:ln>
        </p:spPr>
        <p:txBody>
          <a:bodyPr tIns="180000"/>
          <a:lstStyle>
            <a:lvl1pPr>
              <a:defRPr lang="es-CL" sz="1000" baseline="0">
                <a:solidFill>
                  <a:srgbClr val="5D554B"/>
                </a:solidFill>
              </a:defRPr>
            </a:lvl1pPr>
          </a:lstStyle>
          <a:p>
            <a:pPr marL="0" lvl="0" indent="0" algn="ctr">
              <a:buNone/>
            </a:pPr>
            <a:endParaRPr lang="es-CL"/>
          </a:p>
        </p:txBody>
      </p:sp>
    </p:spTree>
    <p:extLst>
      <p:ext uri="{BB962C8B-B14F-4D97-AF65-F5344CB8AC3E}">
        <p14:creationId xmlns:p14="http://schemas.microsoft.com/office/powerpoint/2010/main" val="419454412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stretch>
            <a:fillRect/>
          </a:stretch>
        </p:blipFill>
        <p:spPr>
          <a:xfrm>
            <a:off x="14587514" y="-87268"/>
            <a:ext cx="12196780" cy="6930355"/>
          </a:xfrm>
          <a:prstGeom prst="rect">
            <a:avLst/>
          </a:prstGeom>
        </p:spPr>
      </p:pic>
      <p:cxnSp>
        <p:nvCxnSpPr>
          <p:cNvPr id="34" name="Conector recto 33"/>
          <p:cNvCxnSpPr/>
          <p:nvPr userDrawn="1"/>
        </p:nvCxnSpPr>
        <p:spPr>
          <a:xfrm>
            <a:off x="-570260" y="-87268"/>
            <a:ext cx="1358265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94" name="Marcador de posición de imagen 3"/>
          <p:cNvSpPr>
            <a:spLocks noGrp="1"/>
          </p:cNvSpPr>
          <p:nvPr>
            <p:ph type="pic" sz="quarter" idx="36"/>
          </p:nvPr>
        </p:nvSpPr>
        <p:spPr>
          <a:xfrm>
            <a:off x="-1653000" y="-87268"/>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44" name="Marcador de posición de imagen 3"/>
          <p:cNvSpPr>
            <a:spLocks noGrp="1"/>
          </p:cNvSpPr>
          <p:nvPr>
            <p:ph type="pic" sz="quarter" idx="37"/>
          </p:nvPr>
        </p:nvSpPr>
        <p:spPr>
          <a:xfrm>
            <a:off x="-1653000" y="1784732"/>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45" name="Marcador de posición de imagen 3"/>
          <p:cNvSpPr>
            <a:spLocks noGrp="1"/>
          </p:cNvSpPr>
          <p:nvPr>
            <p:ph type="pic" sz="quarter" idx="38"/>
          </p:nvPr>
        </p:nvSpPr>
        <p:spPr>
          <a:xfrm>
            <a:off x="561000" y="-87268"/>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46" name="Marcador de posición de imagen 3"/>
          <p:cNvSpPr>
            <a:spLocks noGrp="1"/>
          </p:cNvSpPr>
          <p:nvPr>
            <p:ph type="pic" sz="quarter" idx="39"/>
          </p:nvPr>
        </p:nvSpPr>
        <p:spPr>
          <a:xfrm>
            <a:off x="561000" y="1784732"/>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47" name="Marcador de posición de imagen 3"/>
          <p:cNvSpPr>
            <a:spLocks noGrp="1"/>
          </p:cNvSpPr>
          <p:nvPr>
            <p:ph type="pic" sz="quarter" idx="40"/>
          </p:nvPr>
        </p:nvSpPr>
        <p:spPr>
          <a:xfrm>
            <a:off x="2775000" y="-87268"/>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48" name="Marcador de posición de imagen 3"/>
          <p:cNvSpPr>
            <a:spLocks noGrp="1"/>
          </p:cNvSpPr>
          <p:nvPr>
            <p:ph type="pic" sz="quarter" idx="41"/>
          </p:nvPr>
        </p:nvSpPr>
        <p:spPr>
          <a:xfrm>
            <a:off x="2775000" y="1784732"/>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49" name="Marcador de posición de imagen 3"/>
          <p:cNvSpPr>
            <a:spLocks noGrp="1"/>
          </p:cNvSpPr>
          <p:nvPr>
            <p:ph type="pic" sz="quarter" idx="42"/>
          </p:nvPr>
        </p:nvSpPr>
        <p:spPr>
          <a:xfrm>
            <a:off x="4989000" y="-87268"/>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50" name="Marcador de posición de imagen 3"/>
          <p:cNvSpPr>
            <a:spLocks noGrp="1"/>
          </p:cNvSpPr>
          <p:nvPr>
            <p:ph type="pic" sz="quarter" idx="43"/>
          </p:nvPr>
        </p:nvSpPr>
        <p:spPr>
          <a:xfrm>
            <a:off x="4989000" y="1784732"/>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51" name="Marcador de posición de imagen 3"/>
          <p:cNvSpPr>
            <a:spLocks noGrp="1"/>
          </p:cNvSpPr>
          <p:nvPr>
            <p:ph type="pic" sz="quarter" idx="44"/>
          </p:nvPr>
        </p:nvSpPr>
        <p:spPr>
          <a:xfrm>
            <a:off x="7203000" y="-87268"/>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52" name="Marcador de posición de imagen 3"/>
          <p:cNvSpPr>
            <a:spLocks noGrp="1"/>
          </p:cNvSpPr>
          <p:nvPr>
            <p:ph type="pic" sz="quarter" idx="45"/>
          </p:nvPr>
        </p:nvSpPr>
        <p:spPr>
          <a:xfrm>
            <a:off x="7203000" y="1784732"/>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53" name="Marcador de posición de imagen 3"/>
          <p:cNvSpPr>
            <a:spLocks noGrp="1"/>
          </p:cNvSpPr>
          <p:nvPr>
            <p:ph type="pic" sz="quarter" idx="46"/>
          </p:nvPr>
        </p:nvSpPr>
        <p:spPr>
          <a:xfrm>
            <a:off x="9417000" y="-87268"/>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54" name="Marcador de posición de imagen 3"/>
          <p:cNvSpPr>
            <a:spLocks noGrp="1"/>
          </p:cNvSpPr>
          <p:nvPr>
            <p:ph type="pic" sz="quarter" idx="47"/>
          </p:nvPr>
        </p:nvSpPr>
        <p:spPr>
          <a:xfrm>
            <a:off x="9417000" y="1784732"/>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4" name="Marcador de posición de imagen 3"/>
          <p:cNvSpPr>
            <a:spLocks noGrp="1"/>
          </p:cNvSpPr>
          <p:nvPr>
            <p:ph type="pic" sz="quarter" idx="48"/>
          </p:nvPr>
        </p:nvSpPr>
        <p:spPr>
          <a:xfrm>
            <a:off x="11631000" y="-87268"/>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
        <p:nvSpPr>
          <p:cNvPr id="85" name="Marcador de posición de imagen 3"/>
          <p:cNvSpPr>
            <a:spLocks noGrp="1"/>
          </p:cNvSpPr>
          <p:nvPr>
            <p:ph type="pic" sz="quarter" idx="49"/>
          </p:nvPr>
        </p:nvSpPr>
        <p:spPr>
          <a:xfrm>
            <a:off x="11631000" y="1784732"/>
            <a:ext cx="2214000" cy="1872000"/>
          </a:xfrm>
          <a:prstGeom prst="rect">
            <a:avLst/>
          </a:prstGeom>
          <a:solidFill>
            <a:srgbClr val="CFCAC3">
              <a:alpha val="91000"/>
            </a:srgbClr>
          </a:solidFill>
          <a:ln>
            <a:noFill/>
          </a:ln>
        </p:spPr>
        <p:txBody>
          <a:bodyPr tIns="180000"/>
          <a:lstStyle>
            <a:lvl1pPr>
              <a:defRPr lang="es-CL" sz="1000" baseline="0" dirty="0">
                <a:solidFill>
                  <a:srgbClr val="5D554B"/>
                </a:solidFill>
              </a:defRPr>
            </a:lvl1pPr>
          </a:lstStyle>
          <a:p>
            <a:pPr marL="0" lvl="0" indent="0" algn="ctr">
              <a:buNone/>
            </a:pPr>
            <a:endParaRPr lang="es-CL" dirty="0"/>
          </a:p>
        </p:txBody>
      </p:sp>
    </p:spTree>
    <p:extLst>
      <p:ext uri="{BB962C8B-B14F-4D97-AF65-F5344CB8AC3E}">
        <p14:creationId xmlns:p14="http://schemas.microsoft.com/office/powerpoint/2010/main" val="3894344521"/>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9_Diseño personalizado">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stretch>
            <a:fillRect/>
          </a:stretch>
        </p:blipFill>
        <p:spPr>
          <a:xfrm>
            <a:off x="12556672" y="0"/>
            <a:ext cx="12306300" cy="6894787"/>
          </a:xfrm>
          <a:prstGeom prst="rect">
            <a:avLst/>
          </a:prstGeom>
        </p:spPr>
      </p:pic>
      <p:sp>
        <p:nvSpPr>
          <p:cNvPr id="37" name="Rectángulo 36"/>
          <p:cNvSpPr/>
          <p:nvPr userDrawn="1"/>
        </p:nvSpPr>
        <p:spPr>
          <a:xfrm>
            <a:off x="908592" y="2942559"/>
            <a:ext cx="652966" cy="59505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6" name="Rectángulo 15"/>
          <p:cNvSpPr/>
          <p:nvPr userDrawn="1"/>
        </p:nvSpPr>
        <p:spPr>
          <a:xfrm>
            <a:off x="3095770" y="2942559"/>
            <a:ext cx="652966" cy="59505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Rectángulo 18"/>
          <p:cNvSpPr/>
          <p:nvPr userDrawn="1"/>
        </p:nvSpPr>
        <p:spPr>
          <a:xfrm>
            <a:off x="5282948" y="2942559"/>
            <a:ext cx="652966" cy="59505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2" name="Rectángulo 21"/>
          <p:cNvSpPr/>
          <p:nvPr userDrawn="1"/>
        </p:nvSpPr>
        <p:spPr>
          <a:xfrm>
            <a:off x="7470126" y="2942559"/>
            <a:ext cx="652966" cy="59505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5" name="Rectángulo 24"/>
          <p:cNvSpPr/>
          <p:nvPr userDrawn="1"/>
        </p:nvSpPr>
        <p:spPr>
          <a:xfrm>
            <a:off x="9657305" y="2942559"/>
            <a:ext cx="652966" cy="595056"/>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066677240"/>
      </p:ext>
    </p:extLst>
  </p:cSld>
  <p:clrMapOvr>
    <a:masterClrMapping/>
  </p:clrMapOvr>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2_Diseño personalizado">
    <p:spTree>
      <p:nvGrpSpPr>
        <p:cNvPr id="1" name=""/>
        <p:cNvGrpSpPr/>
        <p:nvPr/>
      </p:nvGrpSpPr>
      <p:grpSpPr>
        <a:xfrm>
          <a:off x="0" y="0"/>
          <a:ext cx="0" cy="0"/>
          <a:chOff x="0" y="0"/>
          <a:chExt cx="0" cy="0"/>
        </a:xfrm>
      </p:grpSpPr>
      <p:sp>
        <p:nvSpPr>
          <p:cNvPr id="2" name="Rectángulo 1"/>
          <p:cNvSpPr/>
          <p:nvPr userDrawn="1"/>
        </p:nvSpPr>
        <p:spPr>
          <a:xfrm>
            <a:off x="9948863" y="0"/>
            <a:ext cx="2243135"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6711909"/>
      </p:ext>
    </p:extLst>
  </p:cSld>
  <p:clrMapOvr>
    <a:masterClrMapping/>
  </p:clrMapOvr>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3_Diseño personalizado">
    <p:spTree>
      <p:nvGrpSpPr>
        <p:cNvPr id="1" name=""/>
        <p:cNvGrpSpPr/>
        <p:nvPr/>
      </p:nvGrpSpPr>
      <p:grpSpPr>
        <a:xfrm>
          <a:off x="0" y="0"/>
          <a:ext cx="0" cy="0"/>
          <a:chOff x="0" y="0"/>
          <a:chExt cx="0" cy="0"/>
        </a:xfrm>
      </p:grpSpPr>
      <p:sp>
        <p:nvSpPr>
          <p:cNvPr id="2" name="Rectángulo 1"/>
          <p:cNvSpPr/>
          <p:nvPr userDrawn="1"/>
        </p:nvSpPr>
        <p:spPr>
          <a:xfrm>
            <a:off x="7032625" y="0"/>
            <a:ext cx="5159374"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54179044"/>
      </p:ext>
    </p:extLst>
  </p:cSld>
  <p:clrMapOvr>
    <a:masterClrMapping/>
  </p:clrMapOvr>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8_Diseño personalizado">
    <p:spTree>
      <p:nvGrpSpPr>
        <p:cNvPr id="1" name=""/>
        <p:cNvGrpSpPr/>
        <p:nvPr/>
      </p:nvGrpSpPr>
      <p:grpSpPr>
        <a:xfrm>
          <a:off x="0" y="0"/>
          <a:ext cx="0" cy="0"/>
          <a:chOff x="0" y="0"/>
          <a:chExt cx="0" cy="0"/>
        </a:xfrm>
      </p:grpSpPr>
      <p:sp>
        <p:nvSpPr>
          <p:cNvPr id="2" name="Rectángulo 1"/>
          <p:cNvSpPr/>
          <p:nvPr userDrawn="1"/>
        </p:nvSpPr>
        <p:spPr>
          <a:xfrm>
            <a:off x="6059488" y="0"/>
            <a:ext cx="6132511"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35207284"/>
      </p:ext>
    </p:extLst>
  </p:cSld>
  <p:clrMapOvr>
    <a:masterClrMapping/>
  </p:clrMapOvr>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69_Diseño personalizado">
    <p:spTree>
      <p:nvGrpSpPr>
        <p:cNvPr id="1" name=""/>
        <p:cNvGrpSpPr/>
        <p:nvPr/>
      </p:nvGrpSpPr>
      <p:grpSpPr>
        <a:xfrm>
          <a:off x="0" y="0"/>
          <a:ext cx="0" cy="0"/>
          <a:chOff x="0" y="0"/>
          <a:chExt cx="0" cy="0"/>
        </a:xfrm>
      </p:grpSpPr>
      <p:sp>
        <p:nvSpPr>
          <p:cNvPr id="2" name="Rectángulo 1"/>
          <p:cNvSpPr/>
          <p:nvPr userDrawn="1"/>
        </p:nvSpPr>
        <p:spPr>
          <a:xfrm>
            <a:off x="5087938" y="0"/>
            <a:ext cx="7104062"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99157932"/>
      </p:ext>
    </p:extLst>
  </p:cSld>
  <p:clrMapOvr>
    <a:masterClrMapping/>
  </p:clrMapOvr>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70_Diseño personalizado">
    <p:spTree>
      <p:nvGrpSpPr>
        <p:cNvPr id="1" name=""/>
        <p:cNvGrpSpPr/>
        <p:nvPr/>
      </p:nvGrpSpPr>
      <p:grpSpPr>
        <a:xfrm>
          <a:off x="0" y="0"/>
          <a:ext cx="0" cy="0"/>
          <a:chOff x="0" y="0"/>
          <a:chExt cx="0" cy="0"/>
        </a:xfrm>
      </p:grpSpPr>
      <p:sp>
        <p:nvSpPr>
          <p:cNvPr id="2" name="Rectángulo 1"/>
          <p:cNvSpPr/>
          <p:nvPr userDrawn="1"/>
        </p:nvSpPr>
        <p:spPr>
          <a:xfrm>
            <a:off x="2747964" y="0"/>
            <a:ext cx="9444036"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56260817"/>
      </p:ext>
    </p:extLst>
  </p:cSld>
  <p:clrMapOvr>
    <a:masterClrMapping/>
  </p:clrMapOvr>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71_Diseño personalizado">
    <p:spTree>
      <p:nvGrpSpPr>
        <p:cNvPr id="1" name=""/>
        <p:cNvGrpSpPr/>
        <p:nvPr/>
      </p:nvGrpSpPr>
      <p:grpSpPr>
        <a:xfrm>
          <a:off x="0" y="0"/>
          <a:ext cx="0" cy="0"/>
          <a:chOff x="0" y="0"/>
          <a:chExt cx="0" cy="0"/>
        </a:xfrm>
      </p:grpSpPr>
      <p:sp>
        <p:nvSpPr>
          <p:cNvPr id="2" name="Rectángulo 1"/>
          <p:cNvSpPr/>
          <p:nvPr userDrawn="1"/>
        </p:nvSpPr>
        <p:spPr>
          <a:xfrm>
            <a:off x="0" y="0"/>
            <a:ext cx="12192000"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898516778"/>
      </p:ext>
    </p:extLst>
  </p:cSld>
  <p:clrMapOvr>
    <a:masterClrMapping/>
  </p:clrMapOvr>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75_Diseño personalizado">
    <p:spTree>
      <p:nvGrpSpPr>
        <p:cNvPr id="1" name=""/>
        <p:cNvGrpSpPr/>
        <p:nvPr/>
      </p:nvGrpSpPr>
      <p:grpSpPr>
        <a:xfrm>
          <a:off x="0" y="0"/>
          <a:ext cx="0" cy="0"/>
          <a:chOff x="0" y="0"/>
          <a:chExt cx="0" cy="0"/>
        </a:xfrm>
      </p:grpSpPr>
      <p:sp>
        <p:nvSpPr>
          <p:cNvPr id="2" name="Rectángulo 1"/>
          <p:cNvSpPr/>
          <p:nvPr userDrawn="1"/>
        </p:nvSpPr>
        <p:spPr>
          <a:xfrm>
            <a:off x="0" y="0"/>
            <a:ext cx="9048750"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39695958"/>
      </p:ext>
    </p:extLst>
  </p:cSld>
  <p:clrMapOvr>
    <a:masterClrMapping/>
  </p:clrMapOvr>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72_Diseño personalizado">
    <p:spTree>
      <p:nvGrpSpPr>
        <p:cNvPr id="1" name=""/>
        <p:cNvGrpSpPr/>
        <p:nvPr/>
      </p:nvGrpSpPr>
      <p:grpSpPr>
        <a:xfrm>
          <a:off x="0" y="0"/>
          <a:ext cx="0" cy="0"/>
          <a:chOff x="0" y="0"/>
          <a:chExt cx="0" cy="0"/>
        </a:xfrm>
      </p:grpSpPr>
      <p:pic>
        <p:nvPicPr>
          <p:cNvPr id="3" name="Imagen 2"/>
          <p:cNvPicPr>
            <a:picLocks noChangeAspect="1"/>
          </p:cNvPicPr>
          <p:nvPr userDrawn="1"/>
        </p:nvPicPr>
        <p:blipFill>
          <a:blip r:embed="rId2"/>
          <a:stretch>
            <a:fillRect/>
          </a:stretch>
        </p:blipFill>
        <p:spPr>
          <a:xfrm>
            <a:off x="12484100" y="7937"/>
            <a:ext cx="12127979" cy="6850063"/>
          </a:xfrm>
          <a:prstGeom prst="rect">
            <a:avLst/>
          </a:prstGeom>
        </p:spPr>
      </p:pic>
      <p:sp>
        <p:nvSpPr>
          <p:cNvPr id="2" name="Rectángulo 1"/>
          <p:cNvSpPr/>
          <p:nvPr userDrawn="1"/>
        </p:nvSpPr>
        <p:spPr>
          <a:xfrm>
            <a:off x="0" y="0"/>
            <a:ext cx="7104063"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650862411"/>
      </p:ext>
    </p:extLst>
  </p:cSld>
  <p:clrMapOvr>
    <a:masterClrMapping/>
  </p:clrMapOvr>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76_Diseño personalizado">
    <p:spTree>
      <p:nvGrpSpPr>
        <p:cNvPr id="1" name=""/>
        <p:cNvGrpSpPr/>
        <p:nvPr/>
      </p:nvGrpSpPr>
      <p:grpSpPr>
        <a:xfrm>
          <a:off x="0" y="0"/>
          <a:ext cx="0" cy="0"/>
          <a:chOff x="0" y="0"/>
          <a:chExt cx="0" cy="0"/>
        </a:xfrm>
      </p:grpSpPr>
      <p:sp>
        <p:nvSpPr>
          <p:cNvPr id="2" name="Rectángulo 1"/>
          <p:cNvSpPr/>
          <p:nvPr userDrawn="1"/>
        </p:nvSpPr>
        <p:spPr>
          <a:xfrm>
            <a:off x="-1" y="0"/>
            <a:ext cx="6132513"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79653485"/>
      </p:ext>
    </p:extLst>
  </p:cSld>
  <p:clrMapOvr>
    <a:masterClrMapping/>
  </p:clrMapOvr>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73_Diseño personalizado">
    <p:spTree>
      <p:nvGrpSpPr>
        <p:cNvPr id="1" name=""/>
        <p:cNvGrpSpPr/>
        <p:nvPr/>
      </p:nvGrpSpPr>
      <p:grpSpPr>
        <a:xfrm>
          <a:off x="0" y="0"/>
          <a:ext cx="0" cy="0"/>
          <a:chOff x="0" y="0"/>
          <a:chExt cx="0" cy="0"/>
        </a:xfrm>
      </p:grpSpPr>
      <p:sp>
        <p:nvSpPr>
          <p:cNvPr id="2" name="Rectángulo 1"/>
          <p:cNvSpPr/>
          <p:nvPr userDrawn="1"/>
        </p:nvSpPr>
        <p:spPr>
          <a:xfrm>
            <a:off x="1" y="0"/>
            <a:ext cx="5159374"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645439092"/>
      </p:ext>
    </p:extLst>
  </p:cSld>
  <p:clrMapOvr>
    <a:masterClrMapping/>
  </p:clrMapOvr>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4_Diseño personalizado">
    <p:spTree>
      <p:nvGrpSpPr>
        <p:cNvPr id="1" name=""/>
        <p:cNvGrpSpPr/>
        <p:nvPr/>
      </p:nvGrpSpPr>
      <p:grpSpPr>
        <a:xfrm>
          <a:off x="0" y="0"/>
          <a:ext cx="0" cy="0"/>
          <a:chOff x="0" y="0"/>
          <a:chExt cx="0" cy="0"/>
        </a:xfrm>
      </p:grpSpPr>
      <p:sp>
        <p:nvSpPr>
          <p:cNvPr id="2" name="Rectángulo 1"/>
          <p:cNvSpPr/>
          <p:nvPr userDrawn="1"/>
        </p:nvSpPr>
        <p:spPr>
          <a:xfrm>
            <a:off x="1" y="0"/>
            <a:ext cx="5159374" cy="6858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154263758"/>
      </p:ext>
    </p:extLst>
  </p:cSld>
  <p:clrMapOvr>
    <a:masterClrMapping/>
  </p:clrMapOvr>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0_Diseño personalizado">
    <p:spTree>
      <p:nvGrpSpPr>
        <p:cNvPr id="1" name=""/>
        <p:cNvGrpSpPr/>
        <p:nvPr/>
      </p:nvGrpSpPr>
      <p:grpSpPr>
        <a:xfrm>
          <a:off x="0" y="0"/>
          <a:ext cx="0" cy="0"/>
          <a:chOff x="0" y="0"/>
          <a:chExt cx="0" cy="0"/>
        </a:xfrm>
      </p:grpSpPr>
      <p:sp>
        <p:nvSpPr>
          <p:cNvPr id="2" name="Rectángulo 1"/>
          <p:cNvSpPr/>
          <p:nvPr userDrawn="1"/>
        </p:nvSpPr>
        <p:spPr>
          <a:xfrm>
            <a:off x="0" y="5734050"/>
            <a:ext cx="12191999" cy="1123949"/>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24460628"/>
      </p:ext>
    </p:extLst>
  </p:cSld>
  <p:clrMapOvr>
    <a:masterClrMapping/>
  </p:clrMapOvr>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81_Diseño personalizado">
    <p:spTree>
      <p:nvGrpSpPr>
        <p:cNvPr id="1" name=""/>
        <p:cNvGrpSpPr/>
        <p:nvPr/>
      </p:nvGrpSpPr>
      <p:grpSpPr>
        <a:xfrm>
          <a:off x="0" y="0"/>
          <a:ext cx="0" cy="0"/>
          <a:chOff x="0" y="0"/>
          <a:chExt cx="0" cy="0"/>
        </a:xfrm>
      </p:grpSpPr>
      <p:sp>
        <p:nvSpPr>
          <p:cNvPr id="2" name="Rectángulo 1"/>
          <p:cNvSpPr/>
          <p:nvPr userDrawn="1"/>
        </p:nvSpPr>
        <p:spPr>
          <a:xfrm>
            <a:off x="0" y="4581524"/>
            <a:ext cx="12191999" cy="2276475"/>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545795210"/>
      </p:ext>
    </p:extLst>
  </p:cSld>
  <p:clrMapOvr>
    <a:masterClrMapping/>
  </p:clrMapOvr>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82_Diseño personalizado">
    <p:spTree>
      <p:nvGrpSpPr>
        <p:cNvPr id="1" name=""/>
        <p:cNvGrpSpPr/>
        <p:nvPr/>
      </p:nvGrpSpPr>
      <p:grpSpPr>
        <a:xfrm>
          <a:off x="0" y="0"/>
          <a:ext cx="0" cy="0"/>
          <a:chOff x="0" y="0"/>
          <a:chExt cx="0" cy="0"/>
        </a:xfrm>
      </p:grpSpPr>
      <p:pic>
        <p:nvPicPr>
          <p:cNvPr id="3" name="Imagen 2"/>
          <p:cNvPicPr>
            <a:picLocks noChangeAspect="1"/>
          </p:cNvPicPr>
          <p:nvPr userDrawn="1"/>
        </p:nvPicPr>
        <p:blipFill>
          <a:blip r:embed="rId2"/>
          <a:stretch>
            <a:fillRect/>
          </a:stretch>
        </p:blipFill>
        <p:spPr>
          <a:xfrm>
            <a:off x="12496800" y="0"/>
            <a:ext cx="12191999" cy="6846898"/>
          </a:xfrm>
          <a:prstGeom prst="rect">
            <a:avLst/>
          </a:prstGeom>
        </p:spPr>
      </p:pic>
      <p:sp>
        <p:nvSpPr>
          <p:cNvPr id="2" name="Rectángulo 1"/>
          <p:cNvSpPr/>
          <p:nvPr userDrawn="1"/>
        </p:nvSpPr>
        <p:spPr>
          <a:xfrm>
            <a:off x="0" y="4254500"/>
            <a:ext cx="12191999" cy="26035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07030392"/>
      </p:ext>
    </p:extLst>
  </p:cSld>
  <p:clrMapOvr>
    <a:masterClrMapping/>
  </p:clrMapOvr>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84_Diseño personalizado">
    <p:spTree>
      <p:nvGrpSpPr>
        <p:cNvPr id="1" name=""/>
        <p:cNvGrpSpPr/>
        <p:nvPr/>
      </p:nvGrpSpPr>
      <p:grpSpPr>
        <a:xfrm>
          <a:off x="0" y="0"/>
          <a:ext cx="0" cy="0"/>
          <a:chOff x="0" y="0"/>
          <a:chExt cx="0" cy="0"/>
        </a:xfrm>
      </p:grpSpPr>
      <p:sp>
        <p:nvSpPr>
          <p:cNvPr id="2" name="Rectángulo 1"/>
          <p:cNvSpPr/>
          <p:nvPr userDrawn="1"/>
        </p:nvSpPr>
        <p:spPr>
          <a:xfrm>
            <a:off x="0" y="2276475"/>
            <a:ext cx="12191999" cy="4581525"/>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166376483"/>
      </p:ext>
    </p:extLst>
  </p:cSld>
  <p:clrMapOvr>
    <a:masterClrMapping/>
  </p:clrMapOvr>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85_Diseño personalizado">
    <p:spTree>
      <p:nvGrpSpPr>
        <p:cNvPr id="1" name=""/>
        <p:cNvGrpSpPr/>
        <p:nvPr/>
      </p:nvGrpSpPr>
      <p:grpSpPr>
        <a:xfrm>
          <a:off x="0" y="0"/>
          <a:ext cx="0" cy="0"/>
          <a:chOff x="0" y="0"/>
          <a:chExt cx="0" cy="0"/>
        </a:xfrm>
      </p:grpSpPr>
      <p:sp>
        <p:nvSpPr>
          <p:cNvPr id="2" name="Rectángulo 1"/>
          <p:cNvSpPr/>
          <p:nvPr userDrawn="1"/>
        </p:nvSpPr>
        <p:spPr>
          <a:xfrm>
            <a:off x="0" y="1125539"/>
            <a:ext cx="12191999" cy="5732462"/>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81502146"/>
      </p:ext>
    </p:extLst>
  </p:cSld>
  <p:clrMapOvr>
    <a:masterClrMapping/>
  </p:clrMapOvr>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86_Diseño personalizado">
    <p:spTree>
      <p:nvGrpSpPr>
        <p:cNvPr id="1" name=""/>
        <p:cNvGrpSpPr/>
        <p:nvPr/>
      </p:nvGrpSpPr>
      <p:grpSpPr>
        <a:xfrm>
          <a:off x="0" y="0"/>
          <a:ext cx="0" cy="0"/>
          <a:chOff x="0" y="0"/>
          <a:chExt cx="0" cy="0"/>
        </a:xfrm>
      </p:grpSpPr>
      <p:sp>
        <p:nvSpPr>
          <p:cNvPr id="2" name="Rectángulo 1"/>
          <p:cNvSpPr/>
          <p:nvPr userDrawn="1"/>
        </p:nvSpPr>
        <p:spPr>
          <a:xfrm>
            <a:off x="0" y="1"/>
            <a:ext cx="12191999" cy="1125537"/>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507568536"/>
      </p:ext>
    </p:extLst>
  </p:cSld>
  <p:clrMapOvr>
    <a:masterClrMapping/>
  </p:clrMapOvr>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90_Diseño personalizado">
    <p:spTree>
      <p:nvGrpSpPr>
        <p:cNvPr id="1" name=""/>
        <p:cNvGrpSpPr/>
        <p:nvPr/>
      </p:nvGrpSpPr>
      <p:grpSpPr>
        <a:xfrm>
          <a:off x="0" y="0"/>
          <a:ext cx="0" cy="0"/>
          <a:chOff x="0" y="0"/>
          <a:chExt cx="0" cy="0"/>
        </a:xfrm>
      </p:grpSpPr>
      <p:sp>
        <p:nvSpPr>
          <p:cNvPr id="2" name="Rectángulo 1"/>
          <p:cNvSpPr/>
          <p:nvPr userDrawn="1"/>
        </p:nvSpPr>
        <p:spPr>
          <a:xfrm>
            <a:off x="0" y="1"/>
            <a:ext cx="12191999" cy="2276474"/>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380860884"/>
      </p:ext>
    </p:extLst>
  </p:cSld>
  <p:clrMapOvr>
    <a:masterClrMapping/>
  </p:clrMapOvr>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87_Diseño personalizado">
    <p:spTree>
      <p:nvGrpSpPr>
        <p:cNvPr id="1" name=""/>
        <p:cNvGrpSpPr/>
        <p:nvPr/>
      </p:nvGrpSpPr>
      <p:grpSpPr>
        <a:xfrm>
          <a:off x="0" y="0"/>
          <a:ext cx="0" cy="0"/>
          <a:chOff x="0" y="0"/>
          <a:chExt cx="0" cy="0"/>
        </a:xfrm>
      </p:grpSpPr>
      <p:sp>
        <p:nvSpPr>
          <p:cNvPr id="2" name="Rectángulo 1"/>
          <p:cNvSpPr/>
          <p:nvPr userDrawn="1"/>
        </p:nvSpPr>
        <p:spPr>
          <a:xfrm>
            <a:off x="0" y="0"/>
            <a:ext cx="12191999" cy="3428999"/>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43202514"/>
      </p:ext>
    </p:extLst>
  </p:cSld>
  <p:clrMapOvr>
    <a:masterClrMapping/>
  </p:clrMapOvr>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88_Diseño personalizado">
    <p:spTree>
      <p:nvGrpSpPr>
        <p:cNvPr id="1" name=""/>
        <p:cNvGrpSpPr/>
        <p:nvPr/>
      </p:nvGrpSpPr>
      <p:grpSpPr>
        <a:xfrm>
          <a:off x="0" y="0"/>
          <a:ext cx="0" cy="0"/>
          <a:chOff x="0" y="0"/>
          <a:chExt cx="0" cy="0"/>
        </a:xfrm>
      </p:grpSpPr>
      <p:sp>
        <p:nvSpPr>
          <p:cNvPr id="2" name="Rectángulo 1"/>
          <p:cNvSpPr/>
          <p:nvPr userDrawn="1"/>
        </p:nvSpPr>
        <p:spPr>
          <a:xfrm>
            <a:off x="0" y="0"/>
            <a:ext cx="12191999" cy="4581525"/>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57450072"/>
      </p:ext>
    </p:extLst>
  </p:cSld>
  <p:clrMapOvr>
    <a:masterClrMapping/>
  </p:clrMapOvr>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89_Diseño personalizado">
    <p:spTree>
      <p:nvGrpSpPr>
        <p:cNvPr id="1" name=""/>
        <p:cNvGrpSpPr/>
        <p:nvPr/>
      </p:nvGrpSpPr>
      <p:grpSpPr>
        <a:xfrm>
          <a:off x="0" y="0"/>
          <a:ext cx="0" cy="0"/>
          <a:chOff x="0" y="0"/>
          <a:chExt cx="0" cy="0"/>
        </a:xfrm>
      </p:grpSpPr>
      <p:sp>
        <p:nvSpPr>
          <p:cNvPr id="2" name="Rectángulo 1"/>
          <p:cNvSpPr/>
          <p:nvPr userDrawn="1"/>
        </p:nvSpPr>
        <p:spPr>
          <a:xfrm>
            <a:off x="0" y="0"/>
            <a:ext cx="12191999" cy="573405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143111049"/>
      </p:ext>
    </p:extLst>
  </p:cSld>
  <p:clrMapOvr>
    <a:masterClrMapping/>
  </p:clrMapOvr>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4" name="Rectángulo 3"/>
          <p:cNvSpPr/>
          <p:nvPr userDrawn="1"/>
        </p:nvSpPr>
        <p:spPr>
          <a:xfrm>
            <a:off x="8975725" y="0"/>
            <a:ext cx="3216274"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540162834"/>
      </p:ext>
    </p:extLst>
  </p:cSld>
  <p:clrMapOvr>
    <a:masterClrMapping/>
  </p:clrMapOvr>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4" name="Rectángulo 3"/>
          <p:cNvSpPr/>
          <p:nvPr userDrawn="1"/>
        </p:nvSpPr>
        <p:spPr>
          <a:xfrm>
            <a:off x="7032625" y="0"/>
            <a:ext cx="5159374"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968085895"/>
      </p:ext>
    </p:extLst>
  </p:cSld>
  <p:clrMapOvr>
    <a:masterClrMapping/>
  </p:clrMapOvr>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583049" y="2664860"/>
            <a:ext cx="3092162" cy="1116368"/>
          </a:xfrm>
        </p:spPr>
        <p:txBody>
          <a:bodyPr lIns="0" tIns="0" rIns="0" bIns="0"/>
          <a:lstStyle>
            <a:lvl1pPr>
              <a:defRPr sz="7254" b="1" i="0">
                <a:solidFill>
                  <a:schemeClr val="bg1"/>
                </a:solidFill>
                <a:latin typeface="Arial Narrow"/>
                <a:cs typeface="Arial Narrow"/>
              </a:defRPr>
            </a:lvl1pPr>
          </a:lstStyle>
          <a:p>
            <a:endParaRPr/>
          </a:p>
        </p:txBody>
      </p:sp>
      <p:sp>
        <p:nvSpPr>
          <p:cNvPr id="6" name="Rectángulo 5"/>
          <p:cNvSpPr/>
          <p:nvPr userDrawn="1"/>
        </p:nvSpPr>
        <p:spPr>
          <a:xfrm>
            <a:off x="6059488" y="0"/>
            <a:ext cx="6132511"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254572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77_Diseño personalizado">
    <p:spTree>
      <p:nvGrpSpPr>
        <p:cNvPr id="1" name=""/>
        <p:cNvGrpSpPr/>
        <p:nvPr/>
      </p:nvGrpSpPr>
      <p:grpSpPr>
        <a:xfrm>
          <a:off x="0" y="0"/>
          <a:ext cx="0" cy="0"/>
          <a:chOff x="0" y="0"/>
          <a:chExt cx="0" cy="0"/>
        </a:xfrm>
      </p:grpSpPr>
      <p:sp>
        <p:nvSpPr>
          <p:cNvPr id="2" name="Rectángulo 1"/>
          <p:cNvSpPr/>
          <p:nvPr userDrawn="1"/>
        </p:nvSpPr>
        <p:spPr>
          <a:xfrm>
            <a:off x="5087938" y="0"/>
            <a:ext cx="7104062"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505606846"/>
      </p:ext>
    </p:extLst>
  </p:cSld>
  <p:clrMapOvr>
    <a:masterClrMapping/>
  </p:clrMapOvr>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25_Diseño personalizado">
    <p:spTree>
      <p:nvGrpSpPr>
        <p:cNvPr id="1" name=""/>
        <p:cNvGrpSpPr/>
        <p:nvPr/>
      </p:nvGrpSpPr>
      <p:grpSpPr>
        <a:xfrm>
          <a:off x="0" y="0"/>
          <a:ext cx="0" cy="0"/>
          <a:chOff x="0" y="0"/>
          <a:chExt cx="0" cy="0"/>
        </a:xfrm>
      </p:grpSpPr>
      <p:sp>
        <p:nvSpPr>
          <p:cNvPr id="2" name="Rectángulo 1"/>
          <p:cNvSpPr/>
          <p:nvPr userDrawn="1"/>
        </p:nvSpPr>
        <p:spPr>
          <a:xfrm>
            <a:off x="3143250" y="0"/>
            <a:ext cx="904875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23742693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41_Diseño personalizado">
    <p:spTree>
      <p:nvGrpSpPr>
        <p:cNvPr id="1" name=""/>
        <p:cNvGrpSpPr/>
        <p:nvPr/>
      </p:nvGrpSpPr>
      <p:grpSpPr>
        <a:xfrm>
          <a:off x="0" y="0"/>
          <a:ext cx="0" cy="0"/>
          <a:chOff x="0" y="0"/>
          <a:chExt cx="0" cy="0"/>
        </a:xfrm>
      </p:grpSpPr>
      <p:sp>
        <p:nvSpPr>
          <p:cNvPr id="2" name="Rectángulo 1"/>
          <p:cNvSpPr/>
          <p:nvPr userDrawn="1"/>
        </p:nvSpPr>
        <p:spPr>
          <a:xfrm>
            <a:off x="0" y="0"/>
            <a:ext cx="1219200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53111878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4_Diseño personalizado">
    <p:spTree>
      <p:nvGrpSpPr>
        <p:cNvPr id="1" name=""/>
        <p:cNvGrpSpPr/>
        <p:nvPr/>
      </p:nvGrpSpPr>
      <p:grpSpPr>
        <a:xfrm>
          <a:off x="0" y="0"/>
          <a:ext cx="0" cy="0"/>
          <a:chOff x="0" y="0"/>
          <a:chExt cx="0" cy="0"/>
        </a:xfrm>
      </p:grpSpPr>
      <p:sp>
        <p:nvSpPr>
          <p:cNvPr id="2" name="Rectángulo 1"/>
          <p:cNvSpPr/>
          <p:nvPr userDrawn="1"/>
        </p:nvSpPr>
        <p:spPr>
          <a:xfrm>
            <a:off x="1" y="0"/>
            <a:ext cx="904875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477711536"/>
      </p:ext>
    </p:extLst>
  </p:cSld>
  <p:clrMapOvr>
    <a:masterClrMapping/>
  </p:clrMapOvr>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3_Diseño personalizado">
    <p:bg>
      <p:bgPr>
        <a:solidFill>
          <a:schemeClr val="bg1">
            <a:lumMod val="85000"/>
          </a:schemeClr>
        </a:solidFill>
        <a:effectLst/>
      </p:bgPr>
    </p:bg>
    <p:spTree>
      <p:nvGrpSpPr>
        <p:cNvPr id="1" name=""/>
        <p:cNvGrpSpPr/>
        <p:nvPr/>
      </p:nvGrpSpPr>
      <p:grpSpPr>
        <a:xfrm>
          <a:off x="0" y="0"/>
          <a:ext cx="0" cy="0"/>
          <a:chOff x="0" y="0"/>
          <a:chExt cx="0" cy="0"/>
        </a:xfrm>
      </p:grpSpPr>
      <p:sp>
        <p:nvSpPr>
          <p:cNvPr id="26" name="Rectángulo 25"/>
          <p:cNvSpPr/>
          <p:nvPr userDrawn="1"/>
        </p:nvSpPr>
        <p:spPr>
          <a:xfrm>
            <a:off x="0" y="0"/>
            <a:ext cx="7104063"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35286083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35_Diseño personalizado">
    <p:bg>
      <p:bgPr>
        <a:solidFill>
          <a:schemeClr val="bg1">
            <a:lumMod val="85000"/>
          </a:schemeClr>
        </a:solidFill>
        <a:effectLst/>
      </p:bgPr>
    </p:bg>
    <p:spTree>
      <p:nvGrpSpPr>
        <p:cNvPr id="1" name=""/>
        <p:cNvGrpSpPr/>
        <p:nvPr/>
      </p:nvGrpSpPr>
      <p:grpSpPr>
        <a:xfrm>
          <a:off x="0" y="0"/>
          <a:ext cx="0" cy="0"/>
          <a:chOff x="0" y="0"/>
          <a:chExt cx="0" cy="0"/>
        </a:xfrm>
      </p:grpSpPr>
      <p:sp>
        <p:nvSpPr>
          <p:cNvPr id="2" name="Rectángulo 1"/>
          <p:cNvSpPr/>
          <p:nvPr userDrawn="1"/>
        </p:nvSpPr>
        <p:spPr>
          <a:xfrm>
            <a:off x="1" y="0"/>
            <a:ext cx="613251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166619984"/>
      </p:ext>
    </p:extLst>
  </p:cSld>
  <p:clrMapOvr>
    <a:masterClrMapping/>
  </p:clrMapOvr>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6_Diseño personalizado">
    <p:spTree>
      <p:nvGrpSpPr>
        <p:cNvPr id="1" name=""/>
        <p:cNvGrpSpPr/>
        <p:nvPr/>
      </p:nvGrpSpPr>
      <p:grpSpPr>
        <a:xfrm>
          <a:off x="0" y="0"/>
          <a:ext cx="0" cy="0"/>
          <a:chOff x="0" y="0"/>
          <a:chExt cx="0" cy="0"/>
        </a:xfrm>
      </p:grpSpPr>
      <p:sp>
        <p:nvSpPr>
          <p:cNvPr id="2" name="Rectángulo 1"/>
          <p:cNvSpPr/>
          <p:nvPr userDrawn="1"/>
        </p:nvSpPr>
        <p:spPr>
          <a:xfrm>
            <a:off x="1" y="0"/>
            <a:ext cx="5159374"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48295248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sp>
        <p:nvSpPr>
          <p:cNvPr id="12" name="Rectángulo 11"/>
          <p:cNvSpPr/>
          <p:nvPr userDrawn="1"/>
        </p:nvSpPr>
        <p:spPr>
          <a:xfrm>
            <a:off x="1" y="0"/>
            <a:ext cx="3216274"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79552031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18_Title Only">
    <p:bg>
      <p:bgPr>
        <a:solidFill>
          <a:schemeClr val="bg1"/>
        </a:solidFill>
        <a:effectLst/>
      </p:bgPr>
    </p:bg>
    <p:spTree>
      <p:nvGrpSpPr>
        <p:cNvPr id="1" name=""/>
        <p:cNvGrpSpPr/>
        <p:nvPr/>
      </p:nvGrpSpPr>
      <p:grpSpPr>
        <a:xfrm>
          <a:off x="0" y="0"/>
          <a:ext cx="0" cy="0"/>
          <a:chOff x="0" y="0"/>
          <a:chExt cx="0" cy="0"/>
        </a:xfrm>
      </p:grpSpPr>
      <p:sp>
        <p:nvSpPr>
          <p:cNvPr id="2" name="Rectángulo 1"/>
          <p:cNvSpPr/>
          <p:nvPr userDrawn="1"/>
        </p:nvSpPr>
        <p:spPr>
          <a:xfrm>
            <a:off x="0" y="5734050"/>
            <a:ext cx="12191999" cy="11239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96316384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Rectángulo 1"/>
          <p:cNvSpPr/>
          <p:nvPr userDrawn="1"/>
        </p:nvSpPr>
        <p:spPr>
          <a:xfrm>
            <a:off x="0" y="4581524"/>
            <a:ext cx="12191999" cy="22764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877710094"/>
      </p:ext>
    </p:extLst>
  </p:cSld>
  <p:clrMapOvr>
    <a:masterClrMapping/>
  </p:clrMapOvr>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92_Diseño personalizado">
    <p:spTree>
      <p:nvGrpSpPr>
        <p:cNvPr id="1" name=""/>
        <p:cNvGrpSpPr/>
        <p:nvPr/>
      </p:nvGrpSpPr>
      <p:grpSpPr>
        <a:xfrm>
          <a:off x="0" y="0"/>
          <a:ext cx="0" cy="0"/>
          <a:chOff x="0" y="0"/>
          <a:chExt cx="0" cy="0"/>
        </a:xfrm>
      </p:grpSpPr>
      <p:sp>
        <p:nvSpPr>
          <p:cNvPr id="2" name="Rectángulo 1"/>
          <p:cNvSpPr/>
          <p:nvPr userDrawn="1"/>
        </p:nvSpPr>
        <p:spPr>
          <a:xfrm>
            <a:off x="0" y="4254500"/>
            <a:ext cx="12191999" cy="2603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559640379"/>
      </p:ext>
    </p:extLst>
  </p:cSld>
  <p:clrMapOvr>
    <a:masterClrMapping/>
  </p:clrMapOvr>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93_Diseño personalizado">
    <p:spTree>
      <p:nvGrpSpPr>
        <p:cNvPr id="1" name=""/>
        <p:cNvGrpSpPr/>
        <p:nvPr/>
      </p:nvGrpSpPr>
      <p:grpSpPr>
        <a:xfrm>
          <a:off x="0" y="0"/>
          <a:ext cx="0" cy="0"/>
          <a:chOff x="0" y="0"/>
          <a:chExt cx="0" cy="0"/>
        </a:xfrm>
      </p:grpSpPr>
      <p:sp>
        <p:nvSpPr>
          <p:cNvPr id="2" name="Rectángulo 1"/>
          <p:cNvSpPr/>
          <p:nvPr userDrawn="1"/>
        </p:nvSpPr>
        <p:spPr>
          <a:xfrm>
            <a:off x="0" y="2276475"/>
            <a:ext cx="12191999" cy="4581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583856410"/>
      </p:ext>
    </p:extLst>
  </p:cSld>
  <p:clrMapOvr>
    <a:masterClrMapping/>
  </p:clrMapOvr>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94_Diseño personalizado">
    <p:spTree>
      <p:nvGrpSpPr>
        <p:cNvPr id="1" name=""/>
        <p:cNvGrpSpPr/>
        <p:nvPr/>
      </p:nvGrpSpPr>
      <p:grpSpPr>
        <a:xfrm>
          <a:off x="0" y="0"/>
          <a:ext cx="0" cy="0"/>
          <a:chOff x="0" y="0"/>
          <a:chExt cx="0" cy="0"/>
        </a:xfrm>
      </p:grpSpPr>
      <p:sp>
        <p:nvSpPr>
          <p:cNvPr id="2" name="Rectángulo 1"/>
          <p:cNvSpPr/>
          <p:nvPr userDrawn="1"/>
        </p:nvSpPr>
        <p:spPr>
          <a:xfrm>
            <a:off x="0" y="1125539"/>
            <a:ext cx="12191999" cy="57324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619271464"/>
      </p:ext>
    </p:extLst>
  </p:cSld>
  <p:clrMapOvr>
    <a:masterClrMapping/>
  </p:clrMapOvr>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95_Diseño personalizado">
    <p:spTree>
      <p:nvGrpSpPr>
        <p:cNvPr id="1" name=""/>
        <p:cNvGrpSpPr/>
        <p:nvPr/>
      </p:nvGrpSpPr>
      <p:grpSpPr>
        <a:xfrm>
          <a:off x="0" y="0"/>
          <a:ext cx="0" cy="0"/>
          <a:chOff x="0" y="0"/>
          <a:chExt cx="0" cy="0"/>
        </a:xfrm>
      </p:grpSpPr>
      <p:sp>
        <p:nvSpPr>
          <p:cNvPr id="2" name="Rectángulo 1"/>
          <p:cNvSpPr/>
          <p:nvPr userDrawn="1"/>
        </p:nvSpPr>
        <p:spPr>
          <a:xfrm>
            <a:off x="0" y="1"/>
            <a:ext cx="12191999" cy="11255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212234438"/>
      </p:ext>
    </p:extLst>
  </p:cSld>
  <p:clrMapOvr>
    <a:masterClrMapping/>
  </p:clrMapOvr>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96_Diseño personalizado">
    <p:spTree>
      <p:nvGrpSpPr>
        <p:cNvPr id="1" name=""/>
        <p:cNvGrpSpPr/>
        <p:nvPr/>
      </p:nvGrpSpPr>
      <p:grpSpPr>
        <a:xfrm>
          <a:off x="0" y="0"/>
          <a:ext cx="0" cy="0"/>
          <a:chOff x="0" y="0"/>
          <a:chExt cx="0" cy="0"/>
        </a:xfrm>
      </p:grpSpPr>
      <p:sp>
        <p:nvSpPr>
          <p:cNvPr id="2" name="Rectángulo 1"/>
          <p:cNvSpPr/>
          <p:nvPr userDrawn="1"/>
        </p:nvSpPr>
        <p:spPr>
          <a:xfrm>
            <a:off x="0" y="1"/>
            <a:ext cx="12191999" cy="227647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732985712"/>
      </p:ext>
    </p:extLst>
  </p:cSld>
  <p:clrMapOvr>
    <a:masterClrMapping/>
  </p:clrMapOvr>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97_Diseño personalizado">
    <p:spTree>
      <p:nvGrpSpPr>
        <p:cNvPr id="1" name=""/>
        <p:cNvGrpSpPr/>
        <p:nvPr/>
      </p:nvGrpSpPr>
      <p:grpSpPr>
        <a:xfrm>
          <a:off x="0" y="0"/>
          <a:ext cx="0" cy="0"/>
          <a:chOff x="0" y="0"/>
          <a:chExt cx="0" cy="0"/>
        </a:xfrm>
      </p:grpSpPr>
      <p:sp>
        <p:nvSpPr>
          <p:cNvPr id="2" name="Rectángulo 1"/>
          <p:cNvSpPr/>
          <p:nvPr userDrawn="1"/>
        </p:nvSpPr>
        <p:spPr>
          <a:xfrm>
            <a:off x="0" y="13061"/>
            <a:ext cx="12191999" cy="34289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39731573"/>
      </p:ext>
    </p:extLst>
  </p:cSld>
  <p:clrMapOvr>
    <a:masterClrMapping/>
  </p:clrMapOvr>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98_Diseño personalizado">
    <p:spTree>
      <p:nvGrpSpPr>
        <p:cNvPr id="1" name=""/>
        <p:cNvGrpSpPr/>
        <p:nvPr/>
      </p:nvGrpSpPr>
      <p:grpSpPr>
        <a:xfrm>
          <a:off x="0" y="0"/>
          <a:ext cx="0" cy="0"/>
          <a:chOff x="0" y="0"/>
          <a:chExt cx="0" cy="0"/>
        </a:xfrm>
      </p:grpSpPr>
      <p:sp>
        <p:nvSpPr>
          <p:cNvPr id="2" name="Rectángulo 1"/>
          <p:cNvSpPr/>
          <p:nvPr userDrawn="1"/>
        </p:nvSpPr>
        <p:spPr>
          <a:xfrm>
            <a:off x="0" y="0"/>
            <a:ext cx="12191999" cy="4581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25143866"/>
      </p:ext>
    </p:extLst>
  </p:cSld>
  <p:clrMapOvr>
    <a:masterClrMapping/>
  </p:clrMapOvr>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99_Diseño personalizado">
    <p:spTree>
      <p:nvGrpSpPr>
        <p:cNvPr id="1" name=""/>
        <p:cNvGrpSpPr/>
        <p:nvPr/>
      </p:nvGrpSpPr>
      <p:grpSpPr>
        <a:xfrm>
          <a:off x="0" y="0"/>
          <a:ext cx="0" cy="0"/>
          <a:chOff x="0" y="0"/>
          <a:chExt cx="0" cy="0"/>
        </a:xfrm>
      </p:grpSpPr>
      <p:sp>
        <p:nvSpPr>
          <p:cNvPr id="2" name="Rectángulo 1"/>
          <p:cNvSpPr/>
          <p:nvPr userDrawn="1"/>
        </p:nvSpPr>
        <p:spPr>
          <a:xfrm>
            <a:off x="0" y="0"/>
            <a:ext cx="12191999" cy="57340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99206735"/>
      </p:ext>
    </p:extLst>
  </p:cSld>
  <p:clrMapOvr>
    <a:masterClrMapping/>
  </p:clrMapOvr>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Diseño personalizad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829019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Diseño personalizado">
    <p:bg>
      <p:bgPr>
        <a:solidFill>
          <a:schemeClr val="bg1">
            <a:lumMod val="7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0550903"/>
      </p:ext>
    </p:extLst>
  </p:cSld>
  <p:clrMapOvr>
    <a:masterClrMapping/>
  </p:clrMapOvr>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3_Diseño personalizado">
    <p:bg>
      <p:bgPr>
        <a:solidFill>
          <a:srgbClr val="006BFF"/>
        </a:solidFill>
        <a:effectLst/>
      </p:bgPr>
    </p:bg>
    <p:spTree>
      <p:nvGrpSpPr>
        <p:cNvPr id="1" name=""/>
        <p:cNvGrpSpPr/>
        <p:nvPr/>
      </p:nvGrpSpPr>
      <p:grpSpPr>
        <a:xfrm>
          <a:off x="0" y="0"/>
          <a:ext cx="0" cy="0"/>
          <a:chOff x="0" y="0"/>
          <a:chExt cx="0" cy="0"/>
        </a:xfrm>
      </p:grpSpPr>
      <p:grpSp>
        <p:nvGrpSpPr>
          <p:cNvPr id="2" name="Grupo 1"/>
          <p:cNvGrpSpPr/>
          <p:nvPr userDrawn="1"/>
        </p:nvGrpSpPr>
        <p:grpSpPr>
          <a:xfrm>
            <a:off x="1238768" y="-1668236"/>
            <a:ext cx="10951164" cy="1276350"/>
            <a:chOff x="479425" y="5105400"/>
            <a:chExt cx="10951164" cy="1276350"/>
          </a:xfrm>
        </p:grpSpPr>
        <p:sp>
          <p:nvSpPr>
            <p:cNvPr id="3" name="Rectángulo 2"/>
            <p:cNvSpPr/>
            <p:nvPr/>
          </p:nvSpPr>
          <p:spPr>
            <a:xfrm flipV="1">
              <a:off x="8682741" y="5105400"/>
              <a:ext cx="1373925" cy="1276350"/>
            </a:xfrm>
            <a:prstGeom prst="rect">
              <a:avLst/>
            </a:prstGeom>
            <a:solidFill>
              <a:srgbClr val="025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p:cNvSpPr/>
            <p:nvPr/>
          </p:nvSpPr>
          <p:spPr>
            <a:xfrm flipV="1">
              <a:off x="7308815" y="5105400"/>
              <a:ext cx="1373925" cy="1276350"/>
            </a:xfrm>
            <a:prstGeom prst="rect">
              <a:avLst/>
            </a:prstGeom>
            <a:solidFill>
              <a:srgbClr val="025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Rectángulo 4"/>
            <p:cNvSpPr/>
            <p:nvPr/>
          </p:nvSpPr>
          <p:spPr>
            <a:xfrm flipV="1">
              <a:off x="4560964" y="5105400"/>
              <a:ext cx="1373925" cy="127635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Rectángulo 5"/>
            <p:cNvSpPr/>
            <p:nvPr/>
          </p:nvSpPr>
          <p:spPr>
            <a:xfrm flipV="1">
              <a:off x="5934890" y="5105400"/>
              <a:ext cx="1373925" cy="1276350"/>
            </a:xfrm>
            <a:prstGeom prst="rect">
              <a:avLst/>
            </a:prstGeom>
            <a:solidFill>
              <a:srgbClr val="016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p:cNvSpPr/>
            <p:nvPr/>
          </p:nvSpPr>
          <p:spPr>
            <a:xfrm flipV="1">
              <a:off x="3187039" y="5105400"/>
              <a:ext cx="1373925" cy="1276350"/>
            </a:xfrm>
            <a:prstGeom prst="rect">
              <a:avLst/>
            </a:prstGeom>
            <a:solidFill>
              <a:srgbClr val="007D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p>
          </p:txBody>
        </p:sp>
        <p:sp>
          <p:nvSpPr>
            <p:cNvPr id="8" name="Rectángulo 7"/>
            <p:cNvSpPr/>
            <p:nvPr/>
          </p:nvSpPr>
          <p:spPr>
            <a:xfrm flipV="1">
              <a:off x="1846227" y="5105400"/>
              <a:ext cx="1373925" cy="1276350"/>
            </a:xfrm>
            <a:prstGeom prst="rect">
              <a:avLst/>
            </a:prstGeom>
            <a:solidFill>
              <a:srgbClr val="3192F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solidFill>
                  <a:srgbClr val="49A0F5"/>
                </a:solidFill>
              </a:endParaRPr>
            </a:p>
          </p:txBody>
        </p:sp>
        <p:sp>
          <p:nvSpPr>
            <p:cNvPr id="9" name="Rectángulo 8"/>
            <p:cNvSpPr/>
            <p:nvPr/>
          </p:nvSpPr>
          <p:spPr>
            <a:xfrm flipV="1">
              <a:off x="479425" y="5105400"/>
              <a:ext cx="1373925" cy="1276350"/>
            </a:xfrm>
            <a:prstGeom prst="rect">
              <a:avLst/>
            </a:prstGeom>
            <a:solidFill>
              <a:srgbClr val="49A0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solidFill>
                  <a:srgbClr val="49A0F5"/>
                </a:solidFill>
              </a:endParaRPr>
            </a:p>
          </p:txBody>
        </p:sp>
        <p:sp>
          <p:nvSpPr>
            <p:cNvPr id="10" name="Rectángulo 9"/>
            <p:cNvSpPr/>
            <p:nvPr/>
          </p:nvSpPr>
          <p:spPr>
            <a:xfrm flipV="1">
              <a:off x="10056664" y="5105400"/>
              <a:ext cx="1373925" cy="1276350"/>
            </a:xfrm>
            <a:prstGeom prst="rect">
              <a:avLst/>
            </a:prstGeom>
            <a:solidFill>
              <a:srgbClr val="014F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3990111608"/>
      </p:ext>
    </p:extLst>
  </p:cSld>
  <p:clrMapOvr>
    <a:masterClrMapping/>
  </p:clrMapOvr>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Diseño personalizado">
    <p:bg>
      <p:bgPr>
        <a:solidFill>
          <a:srgbClr val="006BFF"/>
        </a:solidFill>
        <a:effectLst/>
      </p:bgPr>
    </p:bg>
    <p:spTree>
      <p:nvGrpSpPr>
        <p:cNvPr id="1" name=""/>
        <p:cNvGrpSpPr/>
        <p:nvPr/>
      </p:nvGrpSpPr>
      <p:grpSpPr>
        <a:xfrm>
          <a:off x="0" y="0"/>
          <a:ext cx="0" cy="0"/>
          <a:chOff x="0" y="0"/>
          <a:chExt cx="0" cy="0"/>
        </a:xfrm>
      </p:grpSpPr>
      <p:grpSp>
        <p:nvGrpSpPr>
          <p:cNvPr id="2" name="Grupo 1"/>
          <p:cNvGrpSpPr/>
          <p:nvPr userDrawn="1"/>
        </p:nvGrpSpPr>
        <p:grpSpPr>
          <a:xfrm>
            <a:off x="1238768" y="-1668236"/>
            <a:ext cx="10951164" cy="1276350"/>
            <a:chOff x="479425" y="5105400"/>
            <a:chExt cx="10951164" cy="1276350"/>
          </a:xfrm>
        </p:grpSpPr>
        <p:sp>
          <p:nvSpPr>
            <p:cNvPr id="3" name="Rectángulo 2"/>
            <p:cNvSpPr/>
            <p:nvPr/>
          </p:nvSpPr>
          <p:spPr>
            <a:xfrm flipV="1">
              <a:off x="8682741" y="5105400"/>
              <a:ext cx="1373925" cy="1276350"/>
            </a:xfrm>
            <a:prstGeom prst="rect">
              <a:avLst/>
            </a:prstGeom>
            <a:solidFill>
              <a:srgbClr val="025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p:cNvSpPr/>
            <p:nvPr/>
          </p:nvSpPr>
          <p:spPr>
            <a:xfrm flipV="1">
              <a:off x="7308815" y="5105400"/>
              <a:ext cx="1373925" cy="1276350"/>
            </a:xfrm>
            <a:prstGeom prst="rect">
              <a:avLst/>
            </a:prstGeom>
            <a:solidFill>
              <a:srgbClr val="025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Rectángulo 4"/>
            <p:cNvSpPr/>
            <p:nvPr/>
          </p:nvSpPr>
          <p:spPr>
            <a:xfrm flipV="1">
              <a:off x="4560964" y="5105400"/>
              <a:ext cx="1373925" cy="127635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Rectángulo 5"/>
            <p:cNvSpPr/>
            <p:nvPr/>
          </p:nvSpPr>
          <p:spPr>
            <a:xfrm flipV="1">
              <a:off x="5934890" y="5105400"/>
              <a:ext cx="1373925" cy="1276350"/>
            </a:xfrm>
            <a:prstGeom prst="rect">
              <a:avLst/>
            </a:prstGeom>
            <a:solidFill>
              <a:srgbClr val="016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p:cNvSpPr/>
            <p:nvPr/>
          </p:nvSpPr>
          <p:spPr>
            <a:xfrm flipV="1">
              <a:off x="3187039" y="5105400"/>
              <a:ext cx="1373925" cy="1276350"/>
            </a:xfrm>
            <a:prstGeom prst="rect">
              <a:avLst/>
            </a:prstGeom>
            <a:solidFill>
              <a:srgbClr val="007D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p>
          </p:txBody>
        </p:sp>
        <p:sp>
          <p:nvSpPr>
            <p:cNvPr id="8" name="Rectángulo 7"/>
            <p:cNvSpPr/>
            <p:nvPr/>
          </p:nvSpPr>
          <p:spPr>
            <a:xfrm flipV="1">
              <a:off x="1846227" y="5105400"/>
              <a:ext cx="1373925" cy="1276350"/>
            </a:xfrm>
            <a:prstGeom prst="rect">
              <a:avLst/>
            </a:prstGeom>
            <a:solidFill>
              <a:srgbClr val="3192F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solidFill>
                  <a:srgbClr val="49A0F5"/>
                </a:solidFill>
              </a:endParaRPr>
            </a:p>
          </p:txBody>
        </p:sp>
        <p:sp>
          <p:nvSpPr>
            <p:cNvPr id="9" name="Rectángulo 8"/>
            <p:cNvSpPr/>
            <p:nvPr/>
          </p:nvSpPr>
          <p:spPr>
            <a:xfrm flipV="1">
              <a:off x="479425" y="5105400"/>
              <a:ext cx="1373925" cy="1276350"/>
            </a:xfrm>
            <a:prstGeom prst="rect">
              <a:avLst/>
            </a:prstGeom>
            <a:solidFill>
              <a:srgbClr val="49A0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solidFill>
                  <a:srgbClr val="49A0F5"/>
                </a:solidFill>
              </a:endParaRPr>
            </a:p>
          </p:txBody>
        </p:sp>
        <p:sp>
          <p:nvSpPr>
            <p:cNvPr id="10" name="Rectángulo 9"/>
            <p:cNvSpPr/>
            <p:nvPr/>
          </p:nvSpPr>
          <p:spPr>
            <a:xfrm flipV="1">
              <a:off x="10056664" y="5105400"/>
              <a:ext cx="1373925" cy="1276350"/>
            </a:xfrm>
            <a:prstGeom prst="rect">
              <a:avLst/>
            </a:prstGeom>
            <a:solidFill>
              <a:srgbClr val="014F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3195317931"/>
      </p:ext>
    </p:extLst>
  </p:cSld>
  <p:clrMapOvr>
    <a:masterClrMapping/>
  </p:clrMapOvr>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2_Diseño personalizado">
    <p:bg>
      <p:bgPr>
        <a:solidFill>
          <a:schemeClr val="bg1">
            <a:lumMod val="7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654856"/>
      </p:ext>
    </p:extLst>
  </p:cSld>
  <p:clrMapOvr>
    <a:masterClrMapping/>
  </p:clrMapOvr>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3_Diseño personalizado">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648188"/>
      </p:ext>
    </p:extLst>
  </p:cSld>
  <p:clrMapOvr>
    <a:masterClrMapping/>
  </p:clrMapOvr>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Diseño personalizad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390815"/>
      </p:ext>
    </p:extLst>
  </p:cSld>
  <p:clrMapOvr>
    <a:masterClrMapping/>
  </p:clrMapOvr>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2_Diseño personalizado">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6877123"/>
      </p:ext>
    </p:extLst>
  </p:cSld>
  <p:clrMapOvr>
    <a:masterClrMapping/>
  </p:clrMapOvr>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_Diseño personalizado">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3981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5.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6" Type="http://schemas.openxmlformats.org/officeDocument/2006/relationships/theme" Target="../theme/theme6.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theme" Target="../theme/theme7.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theme" Target="../theme/theme8.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21" Type="http://schemas.openxmlformats.org/officeDocument/2006/relationships/slideLayout" Target="../slideLayouts/slideLayout110.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slideLayout" Target="../slideLayouts/slideLayout109.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 Id="rId2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3" Type="http://schemas.openxmlformats.org/officeDocument/2006/relationships/slideLayout" Target="../slideLayouts/slideLayout113.xml"/><Relationship Id="rId21" Type="http://schemas.openxmlformats.org/officeDocument/2006/relationships/slideLayout" Target="../slideLayouts/slideLayout131.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134.xml"/><Relationship Id="rId2" Type="http://schemas.openxmlformats.org/officeDocument/2006/relationships/slideLayout" Target="../slideLayouts/slideLayout133.xml"/><Relationship Id="rId1" Type="http://schemas.openxmlformats.org/officeDocument/2006/relationships/slideLayout" Target="../slideLayouts/slideLayout132.xml"/><Relationship Id="rId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137.xml"/><Relationship Id="rId2" Type="http://schemas.openxmlformats.org/officeDocument/2006/relationships/slideLayout" Target="../slideLayouts/slideLayout136.xml"/><Relationship Id="rId1" Type="http://schemas.openxmlformats.org/officeDocument/2006/relationships/slideLayout" Target="../slideLayouts/slideLayout135.xml"/><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40.xml"/><Relationship Id="rId2" Type="http://schemas.openxmlformats.org/officeDocument/2006/relationships/slideLayout" Target="../slideLayouts/slideLayout139.xml"/><Relationship Id="rId1" Type="http://schemas.openxmlformats.org/officeDocument/2006/relationships/slideLayout" Target="../slideLayouts/slideLayout138.xml"/><Relationship Id="rId4"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0189751"/>
      </p:ext>
    </p:extLst>
  </p:cSld>
  <p:clrMap bg1="lt1" tx1="dk1" bg2="lt2" tx2="dk2" accent1="accent1" accent2="accent2" accent3="accent3" accent4="accent4" accent5="accent5" accent6="accent6" hlink="hlink" folHlink="folHlink"/>
  <p:sldLayoutIdLst>
    <p:sldLayoutId id="2147483876" r:id="rId1"/>
    <p:sldLayoutId id="2147483656" r:id="rId2"/>
    <p:sldLayoutId id="2147483886" r:id="rId3"/>
    <p:sldLayoutId id="2147483884" r:id="rId4"/>
    <p:sldLayoutId id="2147483909" r:id="rId5"/>
    <p:sldLayoutId id="2147483910" r:id="rId6"/>
    <p:sldLayoutId id="2147483880" r:id="rId7"/>
    <p:sldLayoutId id="2147483904" r:id="rId8"/>
    <p:sldLayoutId id="2147483903" r:id="rId9"/>
    <p:sldLayoutId id="2147483877" r:id="rId10"/>
    <p:sldLayoutId id="2147483870" r:id="rId11"/>
    <p:sldLayoutId id="2147483878" r:id="rId12"/>
    <p:sldLayoutId id="2147483882" r:id="rId13"/>
    <p:sldLayoutId id="2147483879" r:id="rId14"/>
    <p:sldLayoutId id="2147483905" r:id="rId15"/>
    <p:sldLayoutId id="2147483881" r:id="rId16"/>
    <p:sldLayoutId id="2147483883" r:id="rId17"/>
    <p:sldLayoutId id="2147483885" r:id="rId18"/>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133" userDrawn="1">
          <p15:clr>
            <a:srgbClr val="A4A3A4"/>
          </p15:clr>
        </p15:guide>
        <p15:guide id="4" pos="189" userDrawn="1">
          <p15:clr>
            <a:srgbClr val="A4A3A4"/>
          </p15:clr>
        </p15:guide>
        <p15:guide id="5" pos="7197" userDrawn="1">
          <p15:clr>
            <a:srgbClr val="FDE53C"/>
          </p15:clr>
        </p15:guide>
        <p15:guide id="10" pos="756" userDrawn="1">
          <p15:clr>
            <a:srgbClr val="A4A3A4"/>
          </p15:clr>
        </p15:guide>
        <p15:guide id="15" pos="3840" userDrawn="1">
          <p15:clr>
            <a:srgbClr val="A4A3A4"/>
          </p15:clr>
        </p15:guide>
        <p15:guide id="16" pos="4430" userDrawn="1">
          <p15:clr>
            <a:srgbClr val="A4A3A4"/>
          </p15:clr>
        </p15:guide>
        <p15:guide id="17" pos="5042" userDrawn="1">
          <p15:clr>
            <a:srgbClr val="A4A3A4"/>
          </p15:clr>
        </p15:guide>
        <p15:guide id="18" pos="5654" userDrawn="1">
          <p15:clr>
            <a:srgbClr val="A4A3A4"/>
          </p15:clr>
        </p15:guide>
        <p15:guide id="19" pos="6267" userDrawn="1">
          <p15:clr>
            <a:srgbClr val="A4A3A4"/>
          </p15:clr>
        </p15:guide>
        <p15:guide id="21" pos="2638" userDrawn="1">
          <p15:clr>
            <a:srgbClr val="A4A3A4"/>
          </p15:clr>
        </p15:guide>
        <p15:guide id="22" orient="horz" pos="3838" userDrawn="1">
          <p15:clr>
            <a:srgbClr val="FDE53C"/>
          </p15:clr>
        </p15:guide>
        <p15:guide id="23" orient="horz" pos="482" userDrawn="1">
          <p15:clr>
            <a:srgbClr val="FDE53C"/>
          </p15:clr>
        </p15:guide>
        <p15:guide id="24" pos="3817" userDrawn="1">
          <p15:clr>
            <a:srgbClr val="A4A3A4"/>
          </p15:clr>
        </p15:guide>
        <p15:guide id="25" pos="3863" userDrawn="1">
          <p15:clr>
            <a:srgbClr val="A4A3A4"/>
          </p15:clr>
        </p15:guide>
        <p15:guide id="27" pos="4475" userDrawn="1">
          <p15:clr>
            <a:srgbClr val="A4A3A4"/>
          </p15:clr>
        </p15:guide>
        <p15:guide id="28" pos="3205" userDrawn="1">
          <p15:clr>
            <a:srgbClr val="A4A3A4"/>
          </p15:clr>
        </p15:guide>
        <p15:guide id="29" pos="3228" userDrawn="1">
          <p15:clr>
            <a:srgbClr val="A4A3A4"/>
          </p15:clr>
        </p15:guide>
        <p15:guide id="31" pos="2593" userDrawn="1">
          <p15:clr>
            <a:srgbClr val="A4A3A4"/>
          </p15:clr>
        </p15:guide>
        <p15:guide id="33" pos="5087" userDrawn="1">
          <p15:clr>
            <a:srgbClr val="A4A3A4"/>
          </p15:clr>
        </p15:guide>
        <p15:guide id="35" pos="5700" userDrawn="1">
          <p15:clr>
            <a:srgbClr val="A4A3A4"/>
          </p15:clr>
        </p15:guide>
        <p15:guide id="37" pos="6312" userDrawn="1">
          <p15:clr>
            <a:srgbClr val="A4A3A4"/>
          </p15:clr>
        </p15:guide>
        <p15:guide id="38" pos="6879" userDrawn="1">
          <p15:clr>
            <a:srgbClr val="A4A3A4"/>
          </p15:clr>
        </p15:guide>
        <p15:guide id="40" pos="6924" userDrawn="1">
          <p15:clr>
            <a:srgbClr val="A4A3A4"/>
          </p15:clr>
        </p15:guide>
        <p15:guide id="43" pos="2026" userDrawn="1">
          <p15:clr>
            <a:srgbClr val="A4A3A4"/>
          </p15:clr>
        </p15:guide>
        <p15:guide id="45" pos="1413" userDrawn="1">
          <p15:clr>
            <a:srgbClr val="A4A3A4"/>
          </p15:clr>
        </p15:guide>
        <p15:guide id="47" pos="801" userDrawn="1">
          <p15:clr>
            <a:srgbClr val="A4A3A4"/>
          </p15:clr>
        </p15:guide>
        <p15:guide id="49" pos="483" userDrawn="1">
          <p15:clr>
            <a:srgbClr val="FDE53C"/>
          </p15:clr>
        </p15:guide>
        <p15:guide id="50" orient="horz" pos="2160" userDrawn="1">
          <p15:clr>
            <a:srgbClr val="A4A3A4"/>
          </p15:clr>
        </p15:guide>
        <p15:guide id="51" pos="7491" userDrawn="1">
          <p15:clr>
            <a:srgbClr val="A4A3A4"/>
          </p15:clr>
        </p15:guide>
        <p15:guide id="52" pos="1368" userDrawn="1">
          <p15:clr>
            <a:srgbClr val="A4A3A4"/>
          </p15:clr>
        </p15:guide>
        <p15:guide id="53" pos="1980" userDrawn="1">
          <p15:clr>
            <a:srgbClr val="A4A3A4"/>
          </p15:clr>
        </p15:guide>
        <p15:guide id="54" pos="3250" userDrawn="1">
          <p15:clr>
            <a:srgbClr val="A4A3A4"/>
          </p15:clr>
        </p15:guide>
        <p15:guide id="55" pos="2615" userDrawn="1">
          <p15:clr>
            <a:srgbClr val="A4A3A4"/>
          </p15:clr>
        </p15:guide>
        <p15:guide id="56" pos="2003" userDrawn="1">
          <p15:clr>
            <a:srgbClr val="A4A3A4"/>
          </p15:clr>
        </p15:guide>
        <p15:guide id="57" pos="778" userDrawn="1">
          <p15:clr>
            <a:srgbClr val="A4A3A4"/>
          </p15:clr>
        </p15:guide>
        <p15:guide id="58" pos="1391" userDrawn="1">
          <p15:clr>
            <a:srgbClr val="A4A3A4"/>
          </p15:clr>
        </p15:guide>
        <p15:guide id="59" pos="4452" userDrawn="1">
          <p15:clr>
            <a:srgbClr val="A4A3A4"/>
          </p15:clr>
        </p15:guide>
        <p15:guide id="60" pos="5065" userDrawn="1">
          <p15:clr>
            <a:srgbClr val="A4A3A4"/>
          </p15:clr>
        </p15:guide>
        <p15:guide id="61" pos="5677" userDrawn="1">
          <p15:clr>
            <a:srgbClr val="A4A3A4"/>
          </p15:clr>
        </p15:guide>
        <p15:guide id="62" pos="6289" userDrawn="1">
          <p15:clr>
            <a:srgbClr val="A4A3A4"/>
          </p15:clr>
        </p15:guide>
        <p15:guide id="63" pos="6902"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416291"/>
      </p:ext>
    </p:extLst>
  </p:cSld>
  <p:clrMap bg1="lt1" tx1="dk1" bg2="lt2" tx2="dk2" accent1="accent1" accent2="accent2" accent3="accent3" accent4="accent4" accent5="accent5" accent6="accent6" hlink="hlink" folHlink="folHlink"/>
  <p:sldLayoutIdLst>
    <p:sldLayoutId id="214748390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A4A3A4"/>
          </p15:clr>
        </p15:guide>
        <p15:guide id="3" orient="horz" pos="4133">
          <p15:clr>
            <a:srgbClr val="A4A3A4"/>
          </p15:clr>
        </p15:guide>
        <p15:guide id="4" pos="189">
          <p15:clr>
            <a:srgbClr val="A4A3A4"/>
          </p15:clr>
        </p15:guide>
        <p15:guide id="5" pos="7197">
          <p15:clr>
            <a:srgbClr val="FDE53C"/>
          </p15:clr>
        </p15:guide>
        <p15:guide id="10" pos="756">
          <p15:clr>
            <a:srgbClr val="A4A3A4"/>
          </p15:clr>
        </p15:guide>
        <p15:guide id="15" pos="3840">
          <p15:clr>
            <a:srgbClr val="A4A3A4"/>
          </p15:clr>
        </p15:guide>
        <p15:guide id="16" pos="4430">
          <p15:clr>
            <a:srgbClr val="A4A3A4"/>
          </p15:clr>
        </p15:guide>
        <p15:guide id="17" pos="5042">
          <p15:clr>
            <a:srgbClr val="A4A3A4"/>
          </p15:clr>
        </p15:guide>
        <p15:guide id="18" pos="5654">
          <p15:clr>
            <a:srgbClr val="A4A3A4"/>
          </p15:clr>
        </p15:guide>
        <p15:guide id="19" pos="6267">
          <p15:clr>
            <a:srgbClr val="A4A3A4"/>
          </p15:clr>
        </p15:guide>
        <p15:guide id="21" pos="2638">
          <p15:clr>
            <a:srgbClr val="A4A3A4"/>
          </p15:clr>
        </p15:guide>
        <p15:guide id="22" orient="horz" pos="3838">
          <p15:clr>
            <a:srgbClr val="FDE53C"/>
          </p15:clr>
        </p15:guide>
        <p15:guide id="23" orient="horz" pos="482">
          <p15:clr>
            <a:srgbClr val="FDE53C"/>
          </p15:clr>
        </p15:guide>
        <p15:guide id="24" pos="3817">
          <p15:clr>
            <a:srgbClr val="A4A3A4"/>
          </p15:clr>
        </p15:guide>
        <p15:guide id="25" pos="3863">
          <p15:clr>
            <a:srgbClr val="A4A3A4"/>
          </p15:clr>
        </p15:guide>
        <p15:guide id="27" pos="4475">
          <p15:clr>
            <a:srgbClr val="A4A3A4"/>
          </p15:clr>
        </p15:guide>
        <p15:guide id="28" pos="3205">
          <p15:clr>
            <a:srgbClr val="A4A3A4"/>
          </p15:clr>
        </p15:guide>
        <p15:guide id="29" pos="3250">
          <p15:clr>
            <a:srgbClr val="A4A3A4"/>
          </p15:clr>
        </p15:guide>
        <p15:guide id="31" pos="2593">
          <p15:clr>
            <a:srgbClr val="A4A3A4"/>
          </p15:clr>
        </p15:guide>
        <p15:guide id="33" pos="5087">
          <p15:clr>
            <a:srgbClr val="A4A3A4"/>
          </p15:clr>
        </p15:guide>
        <p15:guide id="35" pos="5700">
          <p15:clr>
            <a:srgbClr val="A4A3A4"/>
          </p15:clr>
        </p15:guide>
        <p15:guide id="37" pos="6312">
          <p15:clr>
            <a:srgbClr val="A4A3A4"/>
          </p15:clr>
        </p15:guide>
        <p15:guide id="38" pos="6879">
          <p15:clr>
            <a:srgbClr val="A4A3A4"/>
          </p15:clr>
        </p15:guide>
        <p15:guide id="40" pos="6924">
          <p15:clr>
            <a:srgbClr val="A4A3A4"/>
          </p15:clr>
        </p15:guide>
        <p15:guide id="43" pos="2026">
          <p15:clr>
            <a:srgbClr val="A4A3A4"/>
          </p15:clr>
        </p15:guide>
        <p15:guide id="45" pos="1413" userDrawn="1">
          <p15:clr>
            <a:srgbClr val="A4A3A4"/>
          </p15:clr>
        </p15:guide>
        <p15:guide id="47" pos="801">
          <p15:clr>
            <a:srgbClr val="A4A3A4"/>
          </p15:clr>
        </p15:guide>
        <p15:guide id="49" pos="483">
          <p15:clr>
            <a:srgbClr val="FDE53C"/>
          </p15:clr>
        </p15:guide>
        <p15:guide id="50" orient="horz" pos="2160">
          <p15:clr>
            <a:srgbClr val="A4A3A4"/>
          </p15:clr>
        </p15:guide>
        <p15:guide id="51" pos="7491">
          <p15:clr>
            <a:srgbClr val="A4A3A4"/>
          </p15:clr>
        </p15:guide>
        <p15:guide id="52" pos="1368">
          <p15:clr>
            <a:srgbClr val="A4A3A4"/>
          </p15:clr>
        </p15:guide>
        <p15:guide id="53" pos="1980">
          <p15:clr>
            <a:srgbClr val="A4A3A4"/>
          </p15:clr>
        </p15:guide>
        <p15:guide id="54" pos="778" userDrawn="1">
          <p15:clr>
            <a:srgbClr val="A4A3A4"/>
          </p15:clr>
        </p15:guide>
        <p15:guide id="55" pos="1391" userDrawn="1">
          <p15:clr>
            <a:srgbClr val="A4A3A4"/>
          </p15:clr>
        </p15:guide>
        <p15:guide id="56" pos="2003" userDrawn="1">
          <p15:clr>
            <a:srgbClr val="A4A3A4"/>
          </p15:clr>
        </p15:guide>
        <p15:guide id="57" pos="2615" userDrawn="1">
          <p15:clr>
            <a:srgbClr val="A4A3A4"/>
          </p15:clr>
        </p15:guide>
        <p15:guide id="58" pos="3228" userDrawn="1">
          <p15:clr>
            <a:srgbClr val="A4A3A4"/>
          </p15:clr>
        </p15:guide>
        <p15:guide id="59" pos="4452" userDrawn="1">
          <p15:clr>
            <a:srgbClr val="A4A3A4"/>
          </p15:clr>
        </p15:guide>
        <p15:guide id="60" pos="5065" userDrawn="1">
          <p15:clr>
            <a:srgbClr val="A4A3A4"/>
          </p15:clr>
        </p15:guide>
        <p15:guide id="61" pos="5677" userDrawn="1">
          <p15:clr>
            <a:srgbClr val="A4A3A4"/>
          </p15:clr>
        </p15:guide>
        <p15:guide id="62" pos="6289" userDrawn="1">
          <p15:clr>
            <a:srgbClr val="A4A3A4"/>
          </p15:clr>
        </p15:guide>
        <p15:guide id="63" pos="6902"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 name="Grupo 1"/>
          <p:cNvGrpSpPr/>
          <p:nvPr userDrawn="1"/>
        </p:nvGrpSpPr>
        <p:grpSpPr>
          <a:xfrm>
            <a:off x="296047" y="296863"/>
            <a:ext cx="11593726" cy="6264275"/>
            <a:chOff x="510743" y="476247"/>
            <a:chExt cx="11164563" cy="5905507"/>
          </a:xfrm>
        </p:grpSpPr>
        <p:sp>
          <p:nvSpPr>
            <p:cNvPr id="3" name="Rectángulo 2"/>
            <p:cNvSpPr/>
            <p:nvPr userDrawn="1"/>
          </p:nvSpPr>
          <p:spPr>
            <a:xfrm>
              <a:off x="510743" y="476247"/>
              <a:ext cx="868795"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4" name="Rectángulo 3"/>
            <p:cNvSpPr/>
            <p:nvPr userDrawn="1"/>
          </p:nvSpPr>
          <p:spPr>
            <a:xfrm>
              <a:off x="1450975" y="476250"/>
              <a:ext cx="865188"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5" name="Rectángulo 4"/>
            <p:cNvSpPr/>
            <p:nvPr userDrawn="1"/>
          </p:nvSpPr>
          <p:spPr>
            <a:xfrm>
              <a:off x="2387600" y="476250"/>
              <a:ext cx="865186"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6" name="Rectángulo 5"/>
            <p:cNvSpPr/>
            <p:nvPr userDrawn="1"/>
          </p:nvSpPr>
          <p:spPr>
            <a:xfrm>
              <a:off x="3324225" y="476250"/>
              <a:ext cx="863600"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p:cNvSpPr/>
            <p:nvPr userDrawn="1"/>
          </p:nvSpPr>
          <p:spPr>
            <a:xfrm>
              <a:off x="10813923" y="476247"/>
              <a:ext cx="861383"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8" name="Rectángulo 7"/>
            <p:cNvSpPr/>
            <p:nvPr userDrawn="1"/>
          </p:nvSpPr>
          <p:spPr>
            <a:xfrm>
              <a:off x="4259262" y="476250"/>
              <a:ext cx="865187"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9" name="Rectángulo 8"/>
            <p:cNvSpPr/>
            <p:nvPr userDrawn="1"/>
          </p:nvSpPr>
          <p:spPr>
            <a:xfrm>
              <a:off x="5195888" y="476250"/>
              <a:ext cx="863600"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0" name="Rectángulo 9"/>
            <p:cNvSpPr/>
            <p:nvPr userDrawn="1"/>
          </p:nvSpPr>
          <p:spPr>
            <a:xfrm>
              <a:off x="6137705" y="476250"/>
              <a:ext cx="858408"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1" name="Rectángulo 10"/>
            <p:cNvSpPr/>
            <p:nvPr userDrawn="1"/>
          </p:nvSpPr>
          <p:spPr>
            <a:xfrm>
              <a:off x="7067550" y="476250"/>
              <a:ext cx="865188"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2" name="Rectángulo 11"/>
            <p:cNvSpPr/>
            <p:nvPr userDrawn="1"/>
          </p:nvSpPr>
          <p:spPr>
            <a:xfrm>
              <a:off x="8004175" y="476250"/>
              <a:ext cx="863600"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3" name="Rectángulo 12"/>
            <p:cNvSpPr/>
            <p:nvPr userDrawn="1"/>
          </p:nvSpPr>
          <p:spPr>
            <a:xfrm>
              <a:off x="8940799" y="476250"/>
              <a:ext cx="862011"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4" name="Rectángulo 13"/>
            <p:cNvSpPr/>
            <p:nvPr userDrawn="1"/>
          </p:nvSpPr>
          <p:spPr>
            <a:xfrm>
              <a:off x="9875709" y="476250"/>
              <a:ext cx="865315" cy="5905504"/>
            </a:xfrm>
            <a:prstGeom prst="rect">
              <a:avLst/>
            </a:prstGeom>
            <a:solidFill>
              <a:srgbClr val="E7F3FD"/>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grpSp>
    </p:spTree>
    <p:extLst>
      <p:ext uri="{BB962C8B-B14F-4D97-AF65-F5344CB8AC3E}">
        <p14:creationId xmlns:p14="http://schemas.microsoft.com/office/powerpoint/2010/main" val="4026316328"/>
      </p:ext>
    </p:extLst>
  </p:cSld>
  <p:clrMap bg1="lt1" tx1="dk1" bg2="lt2" tx2="dk2" accent1="accent1" accent2="accent2" accent3="accent3" accent4="accent4" accent5="accent5" accent6="accent6" hlink="hlink" folHlink="folHlink"/>
  <p:sldLayoutIdLst>
    <p:sldLayoutId id="214748390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A4A3A4"/>
          </p15:clr>
        </p15:guide>
        <p15:guide id="3" orient="horz" pos="4133">
          <p15:clr>
            <a:srgbClr val="A4A3A4"/>
          </p15:clr>
        </p15:guide>
        <p15:guide id="4" pos="189">
          <p15:clr>
            <a:srgbClr val="A4A3A4"/>
          </p15:clr>
        </p15:guide>
        <p15:guide id="5" pos="7197">
          <p15:clr>
            <a:srgbClr val="FDE53C"/>
          </p15:clr>
        </p15:guide>
        <p15:guide id="10" pos="756">
          <p15:clr>
            <a:srgbClr val="A4A3A4"/>
          </p15:clr>
        </p15:guide>
        <p15:guide id="15" pos="3840">
          <p15:clr>
            <a:srgbClr val="A4A3A4"/>
          </p15:clr>
        </p15:guide>
        <p15:guide id="16" pos="4430">
          <p15:clr>
            <a:srgbClr val="A4A3A4"/>
          </p15:clr>
        </p15:guide>
        <p15:guide id="17" pos="5042">
          <p15:clr>
            <a:srgbClr val="A4A3A4"/>
          </p15:clr>
        </p15:guide>
        <p15:guide id="18" pos="5654">
          <p15:clr>
            <a:srgbClr val="A4A3A4"/>
          </p15:clr>
        </p15:guide>
        <p15:guide id="19" pos="6267">
          <p15:clr>
            <a:srgbClr val="A4A3A4"/>
          </p15:clr>
        </p15:guide>
        <p15:guide id="21" pos="2638">
          <p15:clr>
            <a:srgbClr val="A4A3A4"/>
          </p15:clr>
        </p15:guide>
        <p15:guide id="22" orient="horz" pos="3838">
          <p15:clr>
            <a:srgbClr val="FDE53C"/>
          </p15:clr>
        </p15:guide>
        <p15:guide id="23" orient="horz" pos="482">
          <p15:clr>
            <a:srgbClr val="FDE53C"/>
          </p15:clr>
        </p15:guide>
        <p15:guide id="24" pos="3817">
          <p15:clr>
            <a:srgbClr val="A4A3A4"/>
          </p15:clr>
        </p15:guide>
        <p15:guide id="25" pos="3863">
          <p15:clr>
            <a:srgbClr val="A4A3A4"/>
          </p15:clr>
        </p15:guide>
        <p15:guide id="27" pos="4475">
          <p15:clr>
            <a:srgbClr val="A4A3A4"/>
          </p15:clr>
        </p15:guide>
        <p15:guide id="28" pos="3205">
          <p15:clr>
            <a:srgbClr val="A4A3A4"/>
          </p15:clr>
        </p15:guide>
        <p15:guide id="29" pos="3250">
          <p15:clr>
            <a:srgbClr val="A4A3A4"/>
          </p15:clr>
        </p15:guide>
        <p15:guide id="31" pos="2593">
          <p15:clr>
            <a:srgbClr val="A4A3A4"/>
          </p15:clr>
        </p15:guide>
        <p15:guide id="33" pos="5087">
          <p15:clr>
            <a:srgbClr val="A4A3A4"/>
          </p15:clr>
        </p15:guide>
        <p15:guide id="35" pos="5700">
          <p15:clr>
            <a:srgbClr val="A4A3A4"/>
          </p15:clr>
        </p15:guide>
        <p15:guide id="37" pos="6312">
          <p15:clr>
            <a:srgbClr val="A4A3A4"/>
          </p15:clr>
        </p15:guide>
        <p15:guide id="38" pos="6879">
          <p15:clr>
            <a:srgbClr val="A4A3A4"/>
          </p15:clr>
        </p15:guide>
        <p15:guide id="40" pos="6924">
          <p15:clr>
            <a:srgbClr val="A4A3A4"/>
          </p15:clr>
        </p15:guide>
        <p15:guide id="43" pos="2026">
          <p15:clr>
            <a:srgbClr val="A4A3A4"/>
          </p15:clr>
        </p15:guide>
        <p15:guide id="45" pos="1413">
          <p15:clr>
            <a:srgbClr val="A4A3A4"/>
          </p15:clr>
        </p15:guide>
        <p15:guide id="47" pos="801">
          <p15:clr>
            <a:srgbClr val="A4A3A4"/>
          </p15:clr>
        </p15:guide>
        <p15:guide id="49" pos="483">
          <p15:clr>
            <a:srgbClr val="FDE53C"/>
          </p15:clr>
        </p15:guide>
        <p15:guide id="50" orient="horz" pos="2160">
          <p15:clr>
            <a:srgbClr val="A4A3A4"/>
          </p15:clr>
        </p15:guide>
        <p15:guide id="51" pos="7491">
          <p15:clr>
            <a:srgbClr val="A4A3A4"/>
          </p15:clr>
        </p15:guide>
        <p15:guide id="52" pos="1368">
          <p15:clr>
            <a:srgbClr val="A4A3A4"/>
          </p15:clr>
        </p15:guide>
        <p15:guide id="53" pos="1980">
          <p15:clr>
            <a:srgbClr val="A4A3A4"/>
          </p15:clr>
        </p15:guide>
        <p15:guide id="54" pos="778" userDrawn="1">
          <p15:clr>
            <a:srgbClr val="A4A3A4"/>
          </p15:clr>
        </p15:guide>
        <p15:guide id="55" pos="1391" userDrawn="1">
          <p15:clr>
            <a:srgbClr val="A4A3A4"/>
          </p15:clr>
        </p15:guide>
        <p15:guide id="56" pos="2003" userDrawn="1">
          <p15:clr>
            <a:srgbClr val="A4A3A4"/>
          </p15:clr>
        </p15:guide>
        <p15:guide id="57" pos="2615" userDrawn="1">
          <p15:clr>
            <a:srgbClr val="A4A3A4"/>
          </p15:clr>
        </p15:guide>
        <p15:guide id="58" pos="3228" userDrawn="1">
          <p15:clr>
            <a:srgbClr val="A4A3A4"/>
          </p15:clr>
        </p15:guide>
        <p15:guide id="59" pos="4452" userDrawn="1">
          <p15:clr>
            <a:srgbClr val="A4A3A4"/>
          </p15:clr>
        </p15:guide>
        <p15:guide id="60" pos="5065" userDrawn="1">
          <p15:clr>
            <a:srgbClr val="A4A3A4"/>
          </p15:clr>
        </p15:guide>
        <p15:guide id="61" pos="5677" userDrawn="1">
          <p15:clr>
            <a:srgbClr val="A4A3A4"/>
          </p15:clr>
        </p15:guide>
        <p15:guide id="62" pos="6289" userDrawn="1">
          <p15:clr>
            <a:srgbClr val="A4A3A4"/>
          </p15:clr>
        </p15:guide>
        <p15:guide id="63" pos="6902" userDrawn="1">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509628"/>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866" r:id="rId13"/>
    <p:sldLayoutId id="2147483762" r:id="rId14"/>
    <p:sldLayoutId id="2147483763" r:id="rId15"/>
    <p:sldLayoutId id="2147483764" r:id="rId16"/>
    <p:sldLayoutId id="2147483765" r:id="rId17"/>
    <p:sldLayoutId id="2147483766" r:id="rId18"/>
    <p:sldLayoutId id="2147483768" r:id="rId19"/>
    <p:sldLayoutId id="2147483859" r:id="rId20"/>
    <p:sldLayoutId id="2147483917" r:id="rId2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orient="horz" pos="482" userDrawn="1">
          <p15:clr>
            <a:srgbClr val="FDE53C"/>
          </p15:clr>
        </p15:guide>
        <p15:guide id="49" orient="horz" pos="3838" userDrawn="1">
          <p15:clr>
            <a:srgbClr val="FDE53C"/>
          </p15:clr>
        </p15:guide>
        <p15:guide id="52" pos="483" userDrawn="1">
          <p15:clr>
            <a:srgbClr val="FDE53C"/>
          </p15:clr>
        </p15:guide>
        <p15:guide id="53" pos="7197" userDrawn="1">
          <p15:clr>
            <a:srgbClr val="FDE53C"/>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471624"/>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7" r:id="rId3"/>
    <p:sldLayoutId id="2147483773" r:id="rId4"/>
    <p:sldLayoutId id="2147483774" r:id="rId5"/>
    <p:sldLayoutId id="2147483772" r:id="rId6"/>
    <p:sldLayoutId id="2147483775" r:id="rId7"/>
    <p:sldLayoutId id="2147483867" r:id="rId8"/>
    <p:sldLayoutId id="2147483865" r:id="rId9"/>
    <p:sldLayoutId id="2147483863" r:id="rId10"/>
    <p:sldLayoutId id="2147483778" r:id="rId11"/>
    <p:sldLayoutId id="2147483915"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482" userDrawn="1">
          <p15:clr>
            <a:srgbClr val="FDE53C"/>
          </p15:clr>
        </p15:guide>
        <p15:guide id="3" orient="horz" pos="4315">
          <p15:clr>
            <a:srgbClr val="A4A3A4"/>
          </p15:clr>
        </p15:guide>
        <p15:guide id="4" pos="483" userDrawn="1">
          <p15:clr>
            <a:srgbClr val="FDE53C"/>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197" userDrawn="1">
          <p15:clr>
            <a:srgbClr val="FDE53C"/>
          </p15:clr>
        </p15:guide>
        <p15:guide id="47" orient="horz" pos="3838" userDrawn="1">
          <p15:clr>
            <a:srgbClr val="FDE53C"/>
          </p15:clr>
        </p15:guide>
        <p15:guide id="48" pos="189" userDrawn="1">
          <p15:clr>
            <a:srgbClr val="A4A3A4"/>
          </p15:clr>
        </p15:guide>
        <p15:guide id="49" orient="horz" pos="187" userDrawn="1">
          <p15:clr>
            <a:srgbClr val="A4A3A4"/>
          </p15:clr>
        </p15:guide>
        <p15:guide id="50" orient="horz" pos="4133" userDrawn="1">
          <p15:clr>
            <a:srgbClr val="A4A3A4"/>
          </p15:clr>
        </p15:guide>
        <p15:guide id="51" pos="7491" userDrawn="1">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9489277"/>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873" r:id="rId3"/>
    <p:sldLayoutId id="2147483874" r:id="rId4"/>
    <p:sldLayoutId id="2147483786" r:id="rId5"/>
    <p:sldLayoutId id="2147483787" r:id="rId6"/>
    <p:sldLayoutId id="2147483788" r:id="rId7"/>
    <p:sldLayoutId id="2147483789" r:id="rId8"/>
    <p:sldLayoutId id="2147483790" r:id="rId9"/>
    <p:sldLayoutId id="2147483791" r:id="rId10"/>
    <p:sldLayoutId id="2147483792" r:id="rId11"/>
    <p:sldLayoutId id="2147483864" r:id="rId12"/>
    <p:sldLayoutId id="2147483805" r:id="rId13"/>
    <p:sldLayoutId id="2147483875" r:id="rId14"/>
    <p:sldLayoutId id="2147483925" r:id="rId15"/>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197" userDrawn="1">
          <p15:clr>
            <a:srgbClr val="FDE53C"/>
          </p15:clr>
        </p15:guide>
        <p15:guide id="47" orient="horz" pos="3838" userDrawn="1">
          <p15:clr>
            <a:srgbClr val="FDE53C"/>
          </p15:clr>
        </p15:guide>
        <p15:guide id="48" orient="horz" pos="4133" userDrawn="1">
          <p15:clr>
            <a:srgbClr val="A4A3A4"/>
          </p15:clr>
        </p15:guide>
        <p15:guide id="49" orient="horz" pos="482" userDrawn="1">
          <p15:clr>
            <a:srgbClr val="FDE53C"/>
          </p15:clr>
        </p15:guide>
        <p15:guide id="50" pos="7491" userDrawn="1">
          <p15:clr>
            <a:srgbClr val="A4A3A4"/>
          </p15:clr>
        </p15:guide>
        <p15:guide id="51" pos="483" userDrawn="1">
          <p15:clr>
            <a:srgbClr val="A4A3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469110"/>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856" r:id="rId3"/>
    <p:sldLayoutId id="2147483744" r:id="rId4"/>
    <p:sldLayoutId id="2147483745" r:id="rId5"/>
    <p:sldLayoutId id="2147483800" r:id="rId6"/>
    <p:sldLayoutId id="2147483801" r:id="rId7"/>
    <p:sldLayoutId id="2147483908" r:id="rId8"/>
    <p:sldLayoutId id="2147483924" r:id="rId9"/>
    <p:sldLayoutId id="2147483928" r:id="rId10"/>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orient="horz" pos="482" userDrawn="1">
          <p15:clr>
            <a:srgbClr val="FDE53C"/>
          </p15:clr>
        </p15:guide>
        <p15:guide id="49" orient="horz" pos="3838" userDrawn="1">
          <p15:clr>
            <a:srgbClr val="FDE53C"/>
          </p15:clr>
        </p15:guide>
        <p15:guide id="50" pos="7197" userDrawn="1">
          <p15:clr>
            <a:srgbClr val="FDE53C"/>
          </p15:clr>
        </p15:guide>
        <p15:guide id="51" pos="483" userDrawn="1">
          <p15:clr>
            <a:srgbClr val="FDE53C"/>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110944"/>
      </p:ext>
    </p:extLst>
  </p:cSld>
  <p:clrMap bg1="lt1" tx1="dk1" bg2="lt2" tx2="dk2" accent1="accent1" accent2="accent2" accent3="accent3" accent4="accent4" accent5="accent5" accent6="accent6" hlink="hlink" folHlink="folHlink"/>
  <p:sldLayoutIdLst>
    <p:sldLayoutId id="2147483747" r:id="rId1"/>
    <p:sldLayoutId id="2147483862" r:id="rId2"/>
    <p:sldLayoutId id="2147483919" r:id="rId3"/>
    <p:sldLayoutId id="2147483920" r:id="rId4"/>
    <p:sldLayoutId id="2147483921" r:id="rId5"/>
    <p:sldLayoutId id="2147483749" r:id="rId6"/>
    <p:sldLayoutId id="2147483916" r:id="rId7"/>
    <p:sldLayoutId id="2147483802" r:id="rId8"/>
    <p:sldLayoutId id="2147483869" r:id="rId9"/>
    <p:sldLayoutId id="2147483803" r:id="rId10"/>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orient="horz" pos="3838" userDrawn="1">
          <p15:clr>
            <a:srgbClr val="FDE53C"/>
          </p15:clr>
        </p15:guide>
        <p15:guide id="49" orient="horz" pos="482" userDrawn="1">
          <p15:clr>
            <a:srgbClr val="FDE53C"/>
          </p15:clr>
        </p15:guide>
        <p15:guide id="50" pos="483" userDrawn="1">
          <p15:clr>
            <a:srgbClr val="FDE53C"/>
          </p15:clr>
        </p15:guide>
        <p15:guide id="51" pos="7197" userDrawn="1">
          <p15:clr>
            <a:srgbClr val="FDE53C"/>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752918"/>
      </p:ext>
    </p:extLst>
  </p:cSld>
  <p:clrMap bg1="lt1" tx1="dk1" bg2="lt2" tx2="dk2" accent1="accent1" accent2="accent2" accent3="accent3" accent4="accent4" accent5="accent5" accent6="accent6" hlink="hlink" folHlink="folHlink"/>
  <p:sldLayoutIdLst>
    <p:sldLayoutId id="214748380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483" userDrawn="1">
          <p15:clr>
            <a:srgbClr val="FDE53C"/>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userDrawn="1">
          <p15:clr>
            <a:srgbClr val="A4A3A4"/>
          </p15:clr>
        </p15:guide>
        <p15:guide id="23" pos="3817">
          <p15:clr>
            <a:srgbClr val="A4A3A4"/>
          </p15:clr>
        </p15:guide>
        <p15:guide id="24" pos="3863">
          <p15:clr>
            <a:srgbClr val="A4A3A4"/>
          </p15:clr>
        </p15:guide>
        <p15:guide id="25" pos="778" userDrawn="1">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7197" userDrawn="1">
          <p15:clr>
            <a:srgbClr val="FDE53C"/>
          </p15:clr>
        </p15:guide>
        <p15:guide id="44" pos="6879">
          <p15:clr>
            <a:srgbClr val="A4A3A4"/>
          </p15:clr>
        </p15:guide>
        <p15:guide id="46" pos="7491" userDrawn="1">
          <p15:clr>
            <a:srgbClr val="A4A3A4"/>
          </p15:clr>
        </p15:guide>
        <p15:guide id="47" orient="horz" pos="4133" userDrawn="1">
          <p15:clr>
            <a:srgbClr val="A4A3A4"/>
          </p15:clr>
        </p15:guide>
        <p15:guide id="48" pos="756" userDrawn="1">
          <p15:clr>
            <a:srgbClr val="A4A3A4"/>
          </p15:clr>
        </p15:guide>
        <p15:guide id="49" pos="6924" userDrawn="1">
          <p15:clr>
            <a:srgbClr val="A4A3A4"/>
          </p15:clr>
        </p15:guide>
        <p15:guide id="50" orient="horz" pos="482" userDrawn="1">
          <p15:clr>
            <a:srgbClr val="FDE53C"/>
          </p15:clr>
        </p15:guide>
        <p15:guide id="51" orient="horz" pos="3838" userDrawn="1">
          <p15:clr>
            <a:srgbClr val="FDE53C"/>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38793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 id="2147483829" r:id="rId19"/>
    <p:sldLayoutId id="2147483830" r:id="rId20"/>
    <p:sldLayoutId id="2147483831" r:id="rId2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pos="7197" userDrawn="1">
          <p15:clr>
            <a:srgbClr val="FDE53C"/>
          </p15:clr>
        </p15:guide>
        <p15:guide id="49" orient="horz" pos="3838" userDrawn="1">
          <p15:clr>
            <a:srgbClr val="FDE53C"/>
          </p15:clr>
        </p15:guide>
        <p15:guide id="50" orient="horz" pos="482" userDrawn="1">
          <p15:clr>
            <a:srgbClr val="FDE53C"/>
          </p15:clr>
        </p15:guide>
        <p15:guide id="51" pos="483" userDrawn="1">
          <p15:clr>
            <a:srgbClr val="FDE53C"/>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735647"/>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pos="483" userDrawn="1">
          <p15:clr>
            <a:srgbClr val="FDE53C"/>
          </p15:clr>
        </p15:guide>
        <p15:guide id="49" orient="horz" pos="3838" userDrawn="1">
          <p15:clr>
            <a:srgbClr val="FDE53C"/>
          </p15:clr>
        </p15:guide>
        <p15:guide id="50" pos="7197" userDrawn="1">
          <p15:clr>
            <a:srgbClr val="FDE53C"/>
          </p15:clr>
        </p15:guide>
        <p15:guide id="51" orient="horz" pos="482" userDrawn="1">
          <p15:clr>
            <a:srgbClr val="FDE53C"/>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5" name="Grupo 14">
            <a:extLst>
              <a:ext uri="{FF2B5EF4-FFF2-40B4-BE49-F238E27FC236}">
                <a16:creationId xmlns:a16="http://schemas.microsoft.com/office/drawing/2014/main" id="{628832D2-1744-56C3-2B41-35DC6301BD12}"/>
              </a:ext>
            </a:extLst>
          </p:cNvPr>
          <p:cNvGrpSpPr/>
          <p:nvPr userDrawn="1"/>
        </p:nvGrpSpPr>
        <p:grpSpPr>
          <a:xfrm rot="5400000">
            <a:off x="5253022" y="2323940"/>
            <a:ext cx="1685954" cy="1426343"/>
            <a:chOff x="2567507" y="2875257"/>
            <a:chExt cx="1097374" cy="964612"/>
          </a:xfrm>
        </p:grpSpPr>
        <p:sp>
          <p:nvSpPr>
            <p:cNvPr id="16" name="Hexágono 12">
              <a:extLst>
                <a:ext uri="{FF2B5EF4-FFF2-40B4-BE49-F238E27FC236}">
                  <a16:creationId xmlns:a16="http://schemas.microsoft.com/office/drawing/2014/main" id="{60FAB41C-8210-B2FD-C32F-74C8888EE78B}"/>
                </a:ext>
              </a:extLst>
            </p:cNvPr>
            <p:cNvSpPr/>
            <p:nvPr/>
          </p:nvSpPr>
          <p:spPr>
            <a:xfrm>
              <a:off x="2567507" y="2875257"/>
              <a:ext cx="1097374" cy="964612"/>
            </a:xfrm>
            <a:custGeom>
              <a:avLst/>
              <a:gdLst>
                <a:gd name="connsiteX0" fmla="*/ 0 w 1097374"/>
                <a:gd name="connsiteY0" fmla="*/ 478735 h 957469"/>
                <a:gd name="connsiteX1" fmla="*/ 239367 w 1097374"/>
                <a:gd name="connsiteY1" fmla="*/ 0 h 957469"/>
                <a:gd name="connsiteX2" fmla="*/ 858007 w 1097374"/>
                <a:gd name="connsiteY2" fmla="*/ 0 h 957469"/>
                <a:gd name="connsiteX3" fmla="*/ 1097374 w 1097374"/>
                <a:gd name="connsiteY3" fmla="*/ 478735 h 957469"/>
                <a:gd name="connsiteX4" fmla="*/ 858007 w 1097374"/>
                <a:gd name="connsiteY4" fmla="*/ 957469 h 957469"/>
                <a:gd name="connsiteX5" fmla="*/ 239367 w 1097374"/>
                <a:gd name="connsiteY5" fmla="*/ 957469 h 957469"/>
                <a:gd name="connsiteX6" fmla="*/ 0 w 1097374"/>
                <a:gd name="connsiteY6" fmla="*/ 478735 h 957469"/>
                <a:gd name="connsiteX0" fmla="*/ 0 w 1097374"/>
                <a:gd name="connsiteY0" fmla="*/ 478735 h 962232"/>
                <a:gd name="connsiteX1" fmla="*/ 239367 w 1097374"/>
                <a:gd name="connsiteY1" fmla="*/ 0 h 962232"/>
                <a:gd name="connsiteX2" fmla="*/ 858007 w 1097374"/>
                <a:gd name="connsiteY2" fmla="*/ 0 h 962232"/>
                <a:gd name="connsiteX3" fmla="*/ 1097374 w 1097374"/>
                <a:gd name="connsiteY3" fmla="*/ 478735 h 962232"/>
                <a:gd name="connsiteX4" fmla="*/ 858007 w 1097374"/>
                <a:gd name="connsiteY4" fmla="*/ 957469 h 962232"/>
                <a:gd name="connsiteX5" fmla="*/ 265561 w 1097374"/>
                <a:gd name="connsiteY5" fmla="*/ 962232 h 962232"/>
                <a:gd name="connsiteX6" fmla="*/ 0 w 1097374"/>
                <a:gd name="connsiteY6" fmla="*/ 478735 h 962232"/>
                <a:gd name="connsiteX0" fmla="*/ 0 w 1097374"/>
                <a:gd name="connsiteY0" fmla="*/ 478735 h 962232"/>
                <a:gd name="connsiteX1" fmla="*/ 282230 w 1097374"/>
                <a:gd name="connsiteY1" fmla="*/ 4763 h 962232"/>
                <a:gd name="connsiteX2" fmla="*/ 858007 w 1097374"/>
                <a:gd name="connsiteY2" fmla="*/ 0 h 962232"/>
                <a:gd name="connsiteX3" fmla="*/ 1097374 w 1097374"/>
                <a:gd name="connsiteY3" fmla="*/ 478735 h 962232"/>
                <a:gd name="connsiteX4" fmla="*/ 858007 w 1097374"/>
                <a:gd name="connsiteY4" fmla="*/ 957469 h 962232"/>
                <a:gd name="connsiteX5" fmla="*/ 265561 w 1097374"/>
                <a:gd name="connsiteY5" fmla="*/ 962232 h 962232"/>
                <a:gd name="connsiteX6" fmla="*/ 0 w 1097374"/>
                <a:gd name="connsiteY6" fmla="*/ 478735 h 962232"/>
                <a:gd name="connsiteX0" fmla="*/ 0 w 1097374"/>
                <a:gd name="connsiteY0" fmla="*/ 478735 h 957469"/>
                <a:gd name="connsiteX1" fmla="*/ 282230 w 1097374"/>
                <a:gd name="connsiteY1" fmla="*/ 4763 h 957469"/>
                <a:gd name="connsiteX2" fmla="*/ 858007 w 1097374"/>
                <a:gd name="connsiteY2" fmla="*/ 0 h 957469"/>
                <a:gd name="connsiteX3" fmla="*/ 1097374 w 1097374"/>
                <a:gd name="connsiteY3" fmla="*/ 478735 h 957469"/>
                <a:gd name="connsiteX4" fmla="*/ 858007 w 1097374"/>
                <a:gd name="connsiteY4" fmla="*/ 957469 h 957469"/>
                <a:gd name="connsiteX5" fmla="*/ 282230 w 1097374"/>
                <a:gd name="connsiteY5" fmla="*/ 950326 h 957469"/>
                <a:gd name="connsiteX6" fmla="*/ 0 w 1097374"/>
                <a:gd name="connsiteY6" fmla="*/ 478735 h 957469"/>
                <a:gd name="connsiteX0" fmla="*/ 0 w 1097374"/>
                <a:gd name="connsiteY0" fmla="*/ 478735 h 952706"/>
                <a:gd name="connsiteX1" fmla="*/ 282230 w 1097374"/>
                <a:gd name="connsiteY1" fmla="*/ 4763 h 952706"/>
                <a:gd name="connsiteX2" fmla="*/ 858007 w 1097374"/>
                <a:gd name="connsiteY2" fmla="*/ 0 h 952706"/>
                <a:gd name="connsiteX3" fmla="*/ 1097374 w 1097374"/>
                <a:gd name="connsiteY3" fmla="*/ 478735 h 952706"/>
                <a:gd name="connsiteX4" fmla="*/ 838957 w 1097374"/>
                <a:gd name="connsiteY4" fmla="*/ 952706 h 952706"/>
                <a:gd name="connsiteX5" fmla="*/ 282230 w 1097374"/>
                <a:gd name="connsiteY5" fmla="*/ 950326 h 952706"/>
                <a:gd name="connsiteX6" fmla="*/ 0 w 1097374"/>
                <a:gd name="connsiteY6" fmla="*/ 478735 h 952706"/>
                <a:gd name="connsiteX0" fmla="*/ 0 w 1097374"/>
                <a:gd name="connsiteY0" fmla="*/ 476354 h 950325"/>
                <a:gd name="connsiteX1" fmla="*/ 282230 w 1097374"/>
                <a:gd name="connsiteY1" fmla="*/ 2382 h 950325"/>
                <a:gd name="connsiteX2" fmla="*/ 841338 w 1097374"/>
                <a:gd name="connsiteY2" fmla="*/ 0 h 950325"/>
                <a:gd name="connsiteX3" fmla="*/ 1097374 w 1097374"/>
                <a:gd name="connsiteY3" fmla="*/ 476354 h 950325"/>
                <a:gd name="connsiteX4" fmla="*/ 838957 w 1097374"/>
                <a:gd name="connsiteY4" fmla="*/ 950325 h 950325"/>
                <a:gd name="connsiteX5" fmla="*/ 282230 w 1097374"/>
                <a:gd name="connsiteY5" fmla="*/ 947945 h 950325"/>
                <a:gd name="connsiteX6" fmla="*/ 0 w 1097374"/>
                <a:gd name="connsiteY6" fmla="*/ 476354 h 950325"/>
                <a:gd name="connsiteX0" fmla="*/ 0 w 1097374"/>
                <a:gd name="connsiteY0" fmla="*/ 481116 h 955087"/>
                <a:gd name="connsiteX1" fmla="*/ 282230 w 1097374"/>
                <a:gd name="connsiteY1" fmla="*/ 7144 h 955087"/>
                <a:gd name="connsiteX2" fmla="*/ 827051 w 1097374"/>
                <a:gd name="connsiteY2" fmla="*/ 0 h 955087"/>
                <a:gd name="connsiteX3" fmla="*/ 1097374 w 1097374"/>
                <a:gd name="connsiteY3" fmla="*/ 481116 h 955087"/>
                <a:gd name="connsiteX4" fmla="*/ 838957 w 1097374"/>
                <a:gd name="connsiteY4" fmla="*/ 955087 h 955087"/>
                <a:gd name="connsiteX5" fmla="*/ 282230 w 1097374"/>
                <a:gd name="connsiteY5" fmla="*/ 952707 h 955087"/>
                <a:gd name="connsiteX6" fmla="*/ 0 w 1097374"/>
                <a:gd name="connsiteY6" fmla="*/ 481116 h 955087"/>
                <a:gd name="connsiteX0" fmla="*/ 0 w 1097374"/>
                <a:gd name="connsiteY0" fmla="*/ 483497 h 957468"/>
                <a:gd name="connsiteX1" fmla="*/ 289374 w 1097374"/>
                <a:gd name="connsiteY1" fmla="*/ 0 h 957468"/>
                <a:gd name="connsiteX2" fmla="*/ 827051 w 1097374"/>
                <a:gd name="connsiteY2" fmla="*/ 2381 h 957468"/>
                <a:gd name="connsiteX3" fmla="*/ 1097374 w 1097374"/>
                <a:gd name="connsiteY3" fmla="*/ 483497 h 957468"/>
                <a:gd name="connsiteX4" fmla="*/ 838957 w 1097374"/>
                <a:gd name="connsiteY4" fmla="*/ 957468 h 957468"/>
                <a:gd name="connsiteX5" fmla="*/ 282230 w 1097374"/>
                <a:gd name="connsiteY5" fmla="*/ 955088 h 957468"/>
                <a:gd name="connsiteX6" fmla="*/ 0 w 1097374"/>
                <a:gd name="connsiteY6" fmla="*/ 483497 h 957468"/>
                <a:gd name="connsiteX0" fmla="*/ 0 w 1097374"/>
                <a:gd name="connsiteY0" fmla="*/ 483497 h 964613"/>
                <a:gd name="connsiteX1" fmla="*/ 289374 w 1097374"/>
                <a:gd name="connsiteY1" fmla="*/ 0 h 964613"/>
                <a:gd name="connsiteX2" fmla="*/ 827051 w 1097374"/>
                <a:gd name="connsiteY2" fmla="*/ 2381 h 964613"/>
                <a:gd name="connsiteX3" fmla="*/ 1097374 w 1097374"/>
                <a:gd name="connsiteY3" fmla="*/ 483497 h 964613"/>
                <a:gd name="connsiteX4" fmla="*/ 838957 w 1097374"/>
                <a:gd name="connsiteY4" fmla="*/ 957468 h 964613"/>
                <a:gd name="connsiteX5" fmla="*/ 282230 w 1097374"/>
                <a:gd name="connsiteY5" fmla="*/ 964613 h 964613"/>
                <a:gd name="connsiteX6" fmla="*/ 0 w 1097374"/>
                <a:gd name="connsiteY6" fmla="*/ 483497 h 964613"/>
                <a:gd name="connsiteX0" fmla="*/ 0 w 1097374"/>
                <a:gd name="connsiteY0" fmla="*/ 483497 h 966993"/>
                <a:gd name="connsiteX1" fmla="*/ 289374 w 1097374"/>
                <a:gd name="connsiteY1" fmla="*/ 0 h 966993"/>
                <a:gd name="connsiteX2" fmla="*/ 827051 w 1097374"/>
                <a:gd name="connsiteY2" fmla="*/ 2381 h 966993"/>
                <a:gd name="connsiteX3" fmla="*/ 1097374 w 1097374"/>
                <a:gd name="connsiteY3" fmla="*/ 483497 h 966993"/>
                <a:gd name="connsiteX4" fmla="*/ 836575 w 1097374"/>
                <a:gd name="connsiteY4" fmla="*/ 966993 h 966993"/>
                <a:gd name="connsiteX5" fmla="*/ 282230 w 1097374"/>
                <a:gd name="connsiteY5" fmla="*/ 964613 h 966993"/>
                <a:gd name="connsiteX6" fmla="*/ 0 w 1097374"/>
                <a:gd name="connsiteY6" fmla="*/ 483497 h 966993"/>
                <a:gd name="connsiteX0" fmla="*/ 0 w 1097374"/>
                <a:gd name="connsiteY0" fmla="*/ 481116 h 964612"/>
                <a:gd name="connsiteX1" fmla="*/ 282231 w 1097374"/>
                <a:gd name="connsiteY1" fmla="*/ 0 h 964612"/>
                <a:gd name="connsiteX2" fmla="*/ 827051 w 1097374"/>
                <a:gd name="connsiteY2" fmla="*/ 0 h 964612"/>
                <a:gd name="connsiteX3" fmla="*/ 1097374 w 1097374"/>
                <a:gd name="connsiteY3" fmla="*/ 481116 h 964612"/>
                <a:gd name="connsiteX4" fmla="*/ 836575 w 1097374"/>
                <a:gd name="connsiteY4" fmla="*/ 964612 h 964612"/>
                <a:gd name="connsiteX5" fmla="*/ 282230 w 1097374"/>
                <a:gd name="connsiteY5" fmla="*/ 962232 h 964612"/>
                <a:gd name="connsiteX6" fmla="*/ 0 w 1097374"/>
                <a:gd name="connsiteY6" fmla="*/ 481116 h 964612"/>
                <a:gd name="connsiteX0" fmla="*/ 0 w 1097374"/>
                <a:gd name="connsiteY0" fmla="*/ 481116 h 964612"/>
                <a:gd name="connsiteX1" fmla="*/ 282231 w 1097374"/>
                <a:gd name="connsiteY1" fmla="*/ 0 h 964612"/>
                <a:gd name="connsiteX2" fmla="*/ 834195 w 1097374"/>
                <a:gd name="connsiteY2" fmla="*/ 0 h 964612"/>
                <a:gd name="connsiteX3" fmla="*/ 1097374 w 1097374"/>
                <a:gd name="connsiteY3" fmla="*/ 481116 h 964612"/>
                <a:gd name="connsiteX4" fmla="*/ 836575 w 1097374"/>
                <a:gd name="connsiteY4" fmla="*/ 964612 h 964612"/>
                <a:gd name="connsiteX5" fmla="*/ 282230 w 1097374"/>
                <a:gd name="connsiteY5" fmla="*/ 962232 h 964612"/>
                <a:gd name="connsiteX6" fmla="*/ 0 w 1097374"/>
                <a:gd name="connsiteY6" fmla="*/ 481116 h 96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374" h="964612">
                  <a:moveTo>
                    <a:pt x="0" y="481116"/>
                  </a:moveTo>
                  <a:lnTo>
                    <a:pt x="282231" y="0"/>
                  </a:lnTo>
                  <a:lnTo>
                    <a:pt x="834195" y="0"/>
                  </a:lnTo>
                  <a:lnTo>
                    <a:pt x="1097374" y="481116"/>
                  </a:lnTo>
                  <a:lnTo>
                    <a:pt x="836575" y="964612"/>
                  </a:lnTo>
                  <a:lnTo>
                    <a:pt x="282230" y="962232"/>
                  </a:lnTo>
                  <a:lnTo>
                    <a:pt x="0" y="481116"/>
                  </a:lnTo>
                  <a:close/>
                </a:path>
              </a:pathLst>
            </a:cu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solidFill>
                  <a:schemeClr val="tx2">
                    <a:lumMod val="60000"/>
                    <a:lumOff val="40000"/>
                  </a:schemeClr>
                </a:solidFill>
              </a:endParaRPr>
            </a:p>
          </p:txBody>
        </p:sp>
        <p:cxnSp>
          <p:nvCxnSpPr>
            <p:cNvPr id="17" name="Conector recto 16">
              <a:extLst>
                <a:ext uri="{FF2B5EF4-FFF2-40B4-BE49-F238E27FC236}">
                  <a16:creationId xmlns:a16="http://schemas.microsoft.com/office/drawing/2014/main" id="{0BE25D22-17D9-6B3F-F1BF-4A129326CE35}"/>
                </a:ext>
              </a:extLst>
            </p:cNvPr>
            <p:cNvCxnSpPr>
              <a:cxnSpLocks/>
              <a:stCxn id="16" idx="1"/>
              <a:endCxn id="16" idx="4"/>
            </p:cNvCxnSpPr>
            <p:nvPr/>
          </p:nvCxnSpPr>
          <p:spPr>
            <a:xfrm>
              <a:off x="2849738" y="2875257"/>
              <a:ext cx="554344" cy="964612"/>
            </a:xfrm>
            <a:prstGeom prst="line">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Conector recto 17">
              <a:extLst>
                <a:ext uri="{FF2B5EF4-FFF2-40B4-BE49-F238E27FC236}">
                  <a16:creationId xmlns:a16="http://schemas.microsoft.com/office/drawing/2014/main" id="{FD74B301-E516-BC6B-2217-B8D6B24C2364}"/>
                </a:ext>
              </a:extLst>
            </p:cNvPr>
            <p:cNvCxnSpPr>
              <a:cxnSpLocks/>
              <a:stCxn id="16" idx="5"/>
              <a:endCxn id="16" idx="2"/>
            </p:cNvCxnSpPr>
            <p:nvPr/>
          </p:nvCxnSpPr>
          <p:spPr>
            <a:xfrm flipV="1">
              <a:off x="2849737" y="2875257"/>
              <a:ext cx="551965" cy="962232"/>
            </a:xfrm>
            <a:prstGeom prst="line">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Conector recto 18">
              <a:extLst>
                <a:ext uri="{FF2B5EF4-FFF2-40B4-BE49-F238E27FC236}">
                  <a16:creationId xmlns:a16="http://schemas.microsoft.com/office/drawing/2014/main" id="{28D5A463-35D5-56E4-5008-EB7B27E9481C}"/>
                </a:ext>
              </a:extLst>
            </p:cNvPr>
            <p:cNvCxnSpPr>
              <a:cxnSpLocks/>
              <a:stCxn id="16" idx="0"/>
              <a:endCxn id="16" idx="3"/>
            </p:cNvCxnSpPr>
            <p:nvPr/>
          </p:nvCxnSpPr>
          <p:spPr>
            <a:xfrm>
              <a:off x="2567507" y="3356373"/>
              <a:ext cx="1097374" cy="0"/>
            </a:xfrm>
            <a:prstGeom prst="line">
              <a:avLst/>
            </a:prstGeom>
            <a:no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75154900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8" r:id="rId3"/>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482" userDrawn="1">
          <p15:clr>
            <a:srgbClr val="FDE53C"/>
          </p15:clr>
        </p15:guide>
        <p15:guide id="3" orient="horz" pos="4315">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pos="483" userDrawn="1">
          <p15:clr>
            <a:srgbClr val="FDE53C"/>
          </p15:clr>
        </p15:guide>
        <p15:guide id="49" orient="horz" pos="3838" userDrawn="1">
          <p15:clr>
            <a:srgbClr val="FDE53C"/>
          </p15:clr>
        </p15:guide>
        <p15:guide id="50" pos="7197" userDrawn="1">
          <p15:clr>
            <a:srgbClr val="FDE53C"/>
          </p15:clr>
        </p15:guide>
        <p15:guide id="51" orient="horz" pos="187" userDrawn="1">
          <p15:clr>
            <a:srgbClr val="A4A3A4"/>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628832D2-1744-56C3-2B41-35DC6301BD12}"/>
              </a:ext>
            </a:extLst>
          </p:cNvPr>
          <p:cNvGrpSpPr/>
          <p:nvPr userDrawn="1"/>
        </p:nvGrpSpPr>
        <p:grpSpPr>
          <a:xfrm rot="5400000">
            <a:off x="5253022" y="2323940"/>
            <a:ext cx="1685954" cy="1426343"/>
            <a:chOff x="2567507" y="2875257"/>
            <a:chExt cx="1097374" cy="964612"/>
          </a:xfrm>
        </p:grpSpPr>
        <p:sp>
          <p:nvSpPr>
            <p:cNvPr id="8" name="Hexágono 12">
              <a:extLst>
                <a:ext uri="{FF2B5EF4-FFF2-40B4-BE49-F238E27FC236}">
                  <a16:creationId xmlns:a16="http://schemas.microsoft.com/office/drawing/2014/main" id="{60FAB41C-8210-B2FD-C32F-74C8888EE78B}"/>
                </a:ext>
              </a:extLst>
            </p:cNvPr>
            <p:cNvSpPr/>
            <p:nvPr/>
          </p:nvSpPr>
          <p:spPr>
            <a:xfrm>
              <a:off x="2567507" y="2875257"/>
              <a:ext cx="1097374" cy="964612"/>
            </a:xfrm>
            <a:custGeom>
              <a:avLst/>
              <a:gdLst>
                <a:gd name="connsiteX0" fmla="*/ 0 w 1097374"/>
                <a:gd name="connsiteY0" fmla="*/ 478735 h 957469"/>
                <a:gd name="connsiteX1" fmla="*/ 239367 w 1097374"/>
                <a:gd name="connsiteY1" fmla="*/ 0 h 957469"/>
                <a:gd name="connsiteX2" fmla="*/ 858007 w 1097374"/>
                <a:gd name="connsiteY2" fmla="*/ 0 h 957469"/>
                <a:gd name="connsiteX3" fmla="*/ 1097374 w 1097374"/>
                <a:gd name="connsiteY3" fmla="*/ 478735 h 957469"/>
                <a:gd name="connsiteX4" fmla="*/ 858007 w 1097374"/>
                <a:gd name="connsiteY4" fmla="*/ 957469 h 957469"/>
                <a:gd name="connsiteX5" fmla="*/ 239367 w 1097374"/>
                <a:gd name="connsiteY5" fmla="*/ 957469 h 957469"/>
                <a:gd name="connsiteX6" fmla="*/ 0 w 1097374"/>
                <a:gd name="connsiteY6" fmla="*/ 478735 h 957469"/>
                <a:gd name="connsiteX0" fmla="*/ 0 w 1097374"/>
                <a:gd name="connsiteY0" fmla="*/ 478735 h 962232"/>
                <a:gd name="connsiteX1" fmla="*/ 239367 w 1097374"/>
                <a:gd name="connsiteY1" fmla="*/ 0 h 962232"/>
                <a:gd name="connsiteX2" fmla="*/ 858007 w 1097374"/>
                <a:gd name="connsiteY2" fmla="*/ 0 h 962232"/>
                <a:gd name="connsiteX3" fmla="*/ 1097374 w 1097374"/>
                <a:gd name="connsiteY3" fmla="*/ 478735 h 962232"/>
                <a:gd name="connsiteX4" fmla="*/ 858007 w 1097374"/>
                <a:gd name="connsiteY4" fmla="*/ 957469 h 962232"/>
                <a:gd name="connsiteX5" fmla="*/ 265561 w 1097374"/>
                <a:gd name="connsiteY5" fmla="*/ 962232 h 962232"/>
                <a:gd name="connsiteX6" fmla="*/ 0 w 1097374"/>
                <a:gd name="connsiteY6" fmla="*/ 478735 h 962232"/>
                <a:gd name="connsiteX0" fmla="*/ 0 w 1097374"/>
                <a:gd name="connsiteY0" fmla="*/ 478735 h 962232"/>
                <a:gd name="connsiteX1" fmla="*/ 282230 w 1097374"/>
                <a:gd name="connsiteY1" fmla="*/ 4763 h 962232"/>
                <a:gd name="connsiteX2" fmla="*/ 858007 w 1097374"/>
                <a:gd name="connsiteY2" fmla="*/ 0 h 962232"/>
                <a:gd name="connsiteX3" fmla="*/ 1097374 w 1097374"/>
                <a:gd name="connsiteY3" fmla="*/ 478735 h 962232"/>
                <a:gd name="connsiteX4" fmla="*/ 858007 w 1097374"/>
                <a:gd name="connsiteY4" fmla="*/ 957469 h 962232"/>
                <a:gd name="connsiteX5" fmla="*/ 265561 w 1097374"/>
                <a:gd name="connsiteY5" fmla="*/ 962232 h 962232"/>
                <a:gd name="connsiteX6" fmla="*/ 0 w 1097374"/>
                <a:gd name="connsiteY6" fmla="*/ 478735 h 962232"/>
                <a:gd name="connsiteX0" fmla="*/ 0 w 1097374"/>
                <a:gd name="connsiteY0" fmla="*/ 478735 h 957469"/>
                <a:gd name="connsiteX1" fmla="*/ 282230 w 1097374"/>
                <a:gd name="connsiteY1" fmla="*/ 4763 h 957469"/>
                <a:gd name="connsiteX2" fmla="*/ 858007 w 1097374"/>
                <a:gd name="connsiteY2" fmla="*/ 0 h 957469"/>
                <a:gd name="connsiteX3" fmla="*/ 1097374 w 1097374"/>
                <a:gd name="connsiteY3" fmla="*/ 478735 h 957469"/>
                <a:gd name="connsiteX4" fmla="*/ 858007 w 1097374"/>
                <a:gd name="connsiteY4" fmla="*/ 957469 h 957469"/>
                <a:gd name="connsiteX5" fmla="*/ 282230 w 1097374"/>
                <a:gd name="connsiteY5" fmla="*/ 950326 h 957469"/>
                <a:gd name="connsiteX6" fmla="*/ 0 w 1097374"/>
                <a:gd name="connsiteY6" fmla="*/ 478735 h 957469"/>
                <a:gd name="connsiteX0" fmla="*/ 0 w 1097374"/>
                <a:gd name="connsiteY0" fmla="*/ 478735 h 952706"/>
                <a:gd name="connsiteX1" fmla="*/ 282230 w 1097374"/>
                <a:gd name="connsiteY1" fmla="*/ 4763 h 952706"/>
                <a:gd name="connsiteX2" fmla="*/ 858007 w 1097374"/>
                <a:gd name="connsiteY2" fmla="*/ 0 h 952706"/>
                <a:gd name="connsiteX3" fmla="*/ 1097374 w 1097374"/>
                <a:gd name="connsiteY3" fmla="*/ 478735 h 952706"/>
                <a:gd name="connsiteX4" fmla="*/ 838957 w 1097374"/>
                <a:gd name="connsiteY4" fmla="*/ 952706 h 952706"/>
                <a:gd name="connsiteX5" fmla="*/ 282230 w 1097374"/>
                <a:gd name="connsiteY5" fmla="*/ 950326 h 952706"/>
                <a:gd name="connsiteX6" fmla="*/ 0 w 1097374"/>
                <a:gd name="connsiteY6" fmla="*/ 478735 h 952706"/>
                <a:gd name="connsiteX0" fmla="*/ 0 w 1097374"/>
                <a:gd name="connsiteY0" fmla="*/ 476354 h 950325"/>
                <a:gd name="connsiteX1" fmla="*/ 282230 w 1097374"/>
                <a:gd name="connsiteY1" fmla="*/ 2382 h 950325"/>
                <a:gd name="connsiteX2" fmla="*/ 841338 w 1097374"/>
                <a:gd name="connsiteY2" fmla="*/ 0 h 950325"/>
                <a:gd name="connsiteX3" fmla="*/ 1097374 w 1097374"/>
                <a:gd name="connsiteY3" fmla="*/ 476354 h 950325"/>
                <a:gd name="connsiteX4" fmla="*/ 838957 w 1097374"/>
                <a:gd name="connsiteY4" fmla="*/ 950325 h 950325"/>
                <a:gd name="connsiteX5" fmla="*/ 282230 w 1097374"/>
                <a:gd name="connsiteY5" fmla="*/ 947945 h 950325"/>
                <a:gd name="connsiteX6" fmla="*/ 0 w 1097374"/>
                <a:gd name="connsiteY6" fmla="*/ 476354 h 950325"/>
                <a:gd name="connsiteX0" fmla="*/ 0 w 1097374"/>
                <a:gd name="connsiteY0" fmla="*/ 481116 h 955087"/>
                <a:gd name="connsiteX1" fmla="*/ 282230 w 1097374"/>
                <a:gd name="connsiteY1" fmla="*/ 7144 h 955087"/>
                <a:gd name="connsiteX2" fmla="*/ 827051 w 1097374"/>
                <a:gd name="connsiteY2" fmla="*/ 0 h 955087"/>
                <a:gd name="connsiteX3" fmla="*/ 1097374 w 1097374"/>
                <a:gd name="connsiteY3" fmla="*/ 481116 h 955087"/>
                <a:gd name="connsiteX4" fmla="*/ 838957 w 1097374"/>
                <a:gd name="connsiteY4" fmla="*/ 955087 h 955087"/>
                <a:gd name="connsiteX5" fmla="*/ 282230 w 1097374"/>
                <a:gd name="connsiteY5" fmla="*/ 952707 h 955087"/>
                <a:gd name="connsiteX6" fmla="*/ 0 w 1097374"/>
                <a:gd name="connsiteY6" fmla="*/ 481116 h 955087"/>
                <a:gd name="connsiteX0" fmla="*/ 0 w 1097374"/>
                <a:gd name="connsiteY0" fmla="*/ 483497 h 957468"/>
                <a:gd name="connsiteX1" fmla="*/ 289374 w 1097374"/>
                <a:gd name="connsiteY1" fmla="*/ 0 h 957468"/>
                <a:gd name="connsiteX2" fmla="*/ 827051 w 1097374"/>
                <a:gd name="connsiteY2" fmla="*/ 2381 h 957468"/>
                <a:gd name="connsiteX3" fmla="*/ 1097374 w 1097374"/>
                <a:gd name="connsiteY3" fmla="*/ 483497 h 957468"/>
                <a:gd name="connsiteX4" fmla="*/ 838957 w 1097374"/>
                <a:gd name="connsiteY4" fmla="*/ 957468 h 957468"/>
                <a:gd name="connsiteX5" fmla="*/ 282230 w 1097374"/>
                <a:gd name="connsiteY5" fmla="*/ 955088 h 957468"/>
                <a:gd name="connsiteX6" fmla="*/ 0 w 1097374"/>
                <a:gd name="connsiteY6" fmla="*/ 483497 h 957468"/>
                <a:gd name="connsiteX0" fmla="*/ 0 w 1097374"/>
                <a:gd name="connsiteY0" fmla="*/ 483497 h 964613"/>
                <a:gd name="connsiteX1" fmla="*/ 289374 w 1097374"/>
                <a:gd name="connsiteY1" fmla="*/ 0 h 964613"/>
                <a:gd name="connsiteX2" fmla="*/ 827051 w 1097374"/>
                <a:gd name="connsiteY2" fmla="*/ 2381 h 964613"/>
                <a:gd name="connsiteX3" fmla="*/ 1097374 w 1097374"/>
                <a:gd name="connsiteY3" fmla="*/ 483497 h 964613"/>
                <a:gd name="connsiteX4" fmla="*/ 838957 w 1097374"/>
                <a:gd name="connsiteY4" fmla="*/ 957468 h 964613"/>
                <a:gd name="connsiteX5" fmla="*/ 282230 w 1097374"/>
                <a:gd name="connsiteY5" fmla="*/ 964613 h 964613"/>
                <a:gd name="connsiteX6" fmla="*/ 0 w 1097374"/>
                <a:gd name="connsiteY6" fmla="*/ 483497 h 964613"/>
                <a:gd name="connsiteX0" fmla="*/ 0 w 1097374"/>
                <a:gd name="connsiteY0" fmla="*/ 483497 h 966993"/>
                <a:gd name="connsiteX1" fmla="*/ 289374 w 1097374"/>
                <a:gd name="connsiteY1" fmla="*/ 0 h 966993"/>
                <a:gd name="connsiteX2" fmla="*/ 827051 w 1097374"/>
                <a:gd name="connsiteY2" fmla="*/ 2381 h 966993"/>
                <a:gd name="connsiteX3" fmla="*/ 1097374 w 1097374"/>
                <a:gd name="connsiteY3" fmla="*/ 483497 h 966993"/>
                <a:gd name="connsiteX4" fmla="*/ 836575 w 1097374"/>
                <a:gd name="connsiteY4" fmla="*/ 966993 h 966993"/>
                <a:gd name="connsiteX5" fmla="*/ 282230 w 1097374"/>
                <a:gd name="connsiteY5" fmla="*/ 964613 h 966993"/>
                <a:gd name="connsiteX6" fmla="*/ 0 w 1097374"/>
                <a:gd name="connsiteY6" fmla="*/ 483497 h 966993"/>
                <a:gd name="connsiteX0" fmla="*/ 0 w 1097374"/>
                <a:gd name="connsiteY0" fmla="*/ 481116 h 964612"/>
                <a:gd name="connsiteX1" fmla="*/ 282231 w 1097374"/>
                <a:gd name="connsiteY1" fmla="*/ 0 h 964612"/>
                <a:gd name="connsiteX2" fmla="*/ 827051 w 1097374"/>
                <a:gd name="connsiteY2" fmla="*/ 0 h 964612"/>
                <a:gd name="connsiteX3" fmla="*/ 1097374 w 1097374"/>
                <a:gd name="connsiteY3" fmla="*/ 481116 h 964612"/>
                <a:gd name="connsiteX4" fmla="*/ 836575 w 1097374"/>
                <a:gd name="connsiteY4" fmla="*/ 964612 h 964612"/>
                <a:gd name="connsiteX5" fmla="*/ 282230 w 1097374"/>
                <a:gd name="connsiteY5" fmla="*/ 962232 h 964612"/>
                <a:gd name="connsiteX6" fmla="*/ 0 w 1097374"/>
                <a:gd name="connsiteY6" fmla="*/ 481116 h 964612"/>
                <a:gd name="connsiteX0" fmla="*/ 0 w 1097374"/>
                <a:gd name="connsiteY0" fmla="*/ 481116 h 964612"/>
                <a:gd name="connsiteX1" fmla="*/ 282231 w 1097374"/>
                <a:gd name="connsiteY1" fmla="*/ 0 h 964612"/>
                <a:gd name="connsiteX2" fmla="*/ 834195 w 1097374"/>
                <a:gd name="connsiteY2" fmla="*/ 0 h 964612"/>
                <a:gd name="connsiteX3" fmla="*/ 1097374 w 1097374"/>
                <a:gd name="connsiteY3" fmla="*/ 481116 h 964612"/>
                <a:gd name="connsiteX4" fmla="*/ 836575 w 1097374"/>
                <a:gd name="connsiteY4" fmla="*/ 964612 h 964612"/>
                <a:gd name="connsiteX5" fmla="*/ 282230 w 1097374"/>
                <a:gd name="connsiteY5" fmla="*/ 962232 h 964612"/>
                <a:gd name="connsiteX6" fmla="*/ 0 w 1097374"/>
                <a:gd name="connsiteY6" fmla="*/ 481116 h 96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374" h="964612">
                  <a:moveTo>
                    <a:pt x="0" y="481116"/>
                  </a:moveTo>
                  <a:lnTo>
                    <a:pt x="282231" y="0"/>
                  </a:lnTo>
                  <a:lnTo>
                    <a:pt x="834195" y="0"/>
                  </a:lnTo>
                  <a:lnTo>
                    <a:pt x="1097374" y="481116"/>
                  </a:lnTo>
                  <a:lnTo>
                    <a:pt x="836575" y="964612"/>
                  </a:lnTo>
                  <a:lnTo>
                    <a:pt x="282230" y="962232"/>
                  </a:lnTo>
                  <a:lnTo>
                    <a:pt x="0" y="481116"/>
                  </a:lnTo>
                  <a:close/>
                </a:path>
              </a:pathLst>
            </a:custGeom>
            <a:noFill/>
            <a:ln w="444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solidFill>
                  <a:schemeClr val="tx2">
                    <a:lumMod val="60000"/>
                    <a:lumOff val="40000"/>
                  </a:schemeClr>
                </a:solidFill>
              </a:endParaRPr>
            </a:p>
          </p:txBody>
        </p:sp>
        <p:cxnSp>
          <p:nvCxnSpPr>
            <p:cNvPr id="9" name="Conector recto 8">
              <a:extLst>
                <a:ext uri="{FF2B5EF4-FFF2-40B4-BE49-F238E27FC236}">
                  <a16:creationId xmlns:a16="http://schemas.microsoft.com/office/drawing/2014/main" id="{0BE25D22-17D9-6B3F-F1BF-4A129326CE35}"/>
                </a:ext>
              </a:extLst>
            </p:cNvPr>
            <p:cNvCxnSpPr>
              <a:cxnSpLocks/>
              <a:stCxn id="8" idx="1"/>
              <a:endCxn id="8" idx="4"/>
            </p:cNvCxnSpPr>
            <p:nvPr/>
          </p:nvCxnSpPr>
          <p:spPr>
            <a:xfrm>
              <a:off x="2849738" y="2875257"/>
              <a:ext cx="554344" cy="964612"/>
            </a:xfrm>
            <a:prstGeom prst="line">
              <a:avLst/>
            </a:prstGeom>
            <a:noFill/>
            <a:ln w="4445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Conector recto 9">
              <a:extLst>
                <a:ext uri="{FF2B5EF4-FFF2-40B4-BE49-F238E27FC236}">
                  <a16:creationId xmlns:a16="http://schemas.microsoft.com/office/drawing/2014/main" id="{FD74B301-E516-BC6B-2217-B8D6B24C2364}"/>
                </a:ext>
              </a:extLst>
            </p:cNvPr>
            <p:cNvCxnSpPr>
              <a:cxnSpLocks/>
              <a:stCxn id="8" idx="5"/>
              <a:endCxn id="8" idx="2"/>
            </p:cNvCxnSpPr>
            <p:nvPr/>
          </p:nvCxnSpPr>
          <p:spPr>
            <a:xfrm flipV="1">
              <a:off x="2849737" y="2875257"/>
              <a:ext cx="551965" cy="962232"/>
            </a:xfrm>
            <a:prstGeom prst="line">
              <a:avLst/>
            </a:prstGeom>
            <a:noFill/>
            <a:ln w="4445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Conector recto 10">
              <a:extLst>
                <a:ext uri="{FF2B5EF4-FFF2-40B4-BE49-F238E27FC236}">
                  <a16:creationId xmlns:a16="http://schemas.microsoft.com/office/drawing/2014/main" id="{28D5A463-35D5-56E4-5008-EB7B27E9481C}"/>
                </a:ext>
              </a:extLst>
            </p:cNvPr>
            <p:cNvCxnSpPr>
              <a:cxnSpLocks/>
              <a:stCxn id="8" idx="0"/>
              <a:endCxn id="8" idx="3"/>
            </p:cNvCxnSpPr>
            <p:nvPr/>
          </p:nvCxnSpPr>
          <p:spPr>
            <a:xfrm>
              <a:off x="2567507" y="3356373"/>
              <a:ext cx="1097374" cy="0"/>
            </a:xfrm>
            <a:prstGeom prst="line">
              <a:avLst/>
            </a:prstGeom>
            <a:noFill/>
            <a:ln w="4445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2659036503"/>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756">
          <p15:clr>
            <a:srgbClr val="A4A3A4"/>
          </p15:clr>
        </p15:guide>
        <p15:guide id="11" pos="1391">
          <p15:clr>
            <a:srgbClr val="A4A3A4"/>
          </p15:clr>
        </p15:guide>
        <p15:guide id="12" pos="2003">
          <p15:clr>
            <a:srgbClr val="A4A3A4"/>
          </p15:clr>
        </p15:guide>
        <p15:guide id="14" pos="3228">
          <p15:clr>
            <a:srgbClr val="A4A3A4"/>
          </p15:clr>
        </p15:guide>
        <p15:guide id="15" pos="3840">
          <p15:clr>
            <a:srgbClr val="A4A3A4"/>
          </p15:clr>
        </p15:guide>
        <p15:guide id="16" pos="4452">
          <p15:clr>
            <a:srgbClr val="A4A3A4"/>
          </p15:clr>
        </p15:guide>
        <p15:guide id="17" pos="5065">
          <p15:clr>
            <a:srgbClr val="A4A3A4"/>
          </p15:clr>
        </p15:guide>
        <p15:guide id="18" pos="5677">
          <p15:clr>
            <a:srgbClr val="A4A3A4"/>
          </p15:clr>
        </p15:guide>
        <p15:guide id="19" pos="6289">
          <p15:clr>
            <a:srgbClr val="A4A3A4"/>
          </p15:clr>
        </p15:guide>
        <p15:guide id="20" pos="6902">
          <p15:clr>
            <a:srgbClr val="A4A3A4"/>
          </p15:clr>
        </p15:guide>
        <p15:guide id="21" pos="2615">
          <p15:clr>
            <a:srgbClr val="A4A3A4"/>
          </p15:clr>
        </p15:guide>
        <p15:guide id="22" orient="horz" pos="2160">
          <p15:clr>
            <a:srgbClr val="A4A3A4"/>
          </p15:clr>
        </p15:guide>
        <p15:guide id="23" pos="3817">
          <p15:clr>
            <a:srgbClr val="A4A3A4"/>
          </p15:clr>
        </p15:guide>
        <p15:guide id="24" pos="3863">
          <p15:clr>
            <a:srgbClr val="A4A3A4"/>
          </p15:clr>
        </p15:guide>
        <p15:guide id="25" pos="778">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orient="horz" pos="3838" userDrawn="1">
          <p15:clr>
            <a:srgbClr val="FDE53C"/>
          </p15:clr>
        </p15:guide>
        <p15:guide id="49" orient="horz" pos="482" userDrawn="1">
          <p15:clr>
            <a:srgbClr val="FDE53C"/>
          </p15:clr>
        </p15:guide>
        <p15:guide id="50" pos="483" userDrawn="1">
          <p15:clr>
            <a:srgbClr val="FDE53C"/>
          </p15:clr>
        </p15:guide>
        <p15:guide id="51" pos="7197" userDrawn="1">
          <p15:clr>
            <a:srgbClr val="FDE53C"/>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5" name="Grupo 14">
            <a:extLst>
              <a:ext uri="{FF2B5EF4-FFF2-40B4-BE49-F238E27FC236}">
                <a16:creationId xmlns:a16="http://schemas.microsoft.com/office/drawing/2014/main" id="{628832D2-1744-56C3-2B41-35DC6301BD12}"/>
              </a:ext>
            </a:extLst>
          </p:cNvPr>
          <p:cNvGrpSpPr/>
          <p:nvPr userDrawn="1"/>
        </p:nvGrpSpPr>
        <p:grpSpPr>
          <a:xfrm rot="5400000">
            <a:off x="5253022" y="2323940"/>
            <a:ext cx="1685954" cy="1426343"/>
            <a:chOff x="2567507" y="2875257"/>
            <a:chExt cx="1097374" cy="964612"/>
          </a:xfrm>
        </p:grpSpPr>
        <p:sp>
          <p:nvSpPr>
            <p:cNvPr id="16" name="Hexágono 12">
              <a:extLst>
                <a:ext uri="{FF2B5EF4-FFF2-40B4-BE49-F238E27FC236}">
                  <a16:creationId xmlns:a16="http://schemas.microsoft.com/office/drawing/2014/main" id="{60FAB41C-8210-B2FD-C32F-74C8888EE78B}"/>
                </a:ext>
              </a:extLst>
            </p:cNvPr>
            <p:cNvSpPr/>
            <p:nvPr/>
          </p:nvSpPr>
          <p:spPr>
            <a:xfrm>
              <a:off x="2567507" y="2875257"/>
              <a:ext cx="1097374" cy="964612"/>
            </a:xfrm>
            <a:custGeom>
              <a:avLst/>
              <a:gdLst>
                <a:gd name="connsiteX0" fmla="*/ 0 w 1097374"/>
                <a:gd name="connsiteY0" fmla="*/ 478735 h 957469"/>
                <a:gd name="connsiteX1" fmla="*/ 239367 w 1097374"/>
                <a:gd name="connsiteY1" fmla="*/ 0 h 957469"/>
                <a:gd name="connsiteX2" fmla="*/ 858007 w 1097374"/>
                <a:gd name="connsiteY2" fmla="*/ 0 h 957469"/>
                <a:gd name="connsiteX3" fmla="*/ 1097374 w 1097374"/>
                <a:gd name="connsiteY3" fmla="*/ 478735 h 957469"/>
                <a:gd name="connsiteX4" fmla="*/ 858007 w 1097374"/>
                <a:gd name="connsiteY4" fmla="*/ 957469 h 957469"/>
                <a:gd name="connsiteX5" fmla="*/ 239367 w 1097374"/>
                <a:gd name="connsiteY5" fmla="*/ 957469 h 957469"/>
                <a:gd name="connsiteX6" fmla="*/ 0 w 1097374"/>
                <a:gd name="connsiteY6" fmla="*/ 478735 h 957469"/>
                <a:gd name="connsiteX0" fmla="*/ 0 w 1097374"/>
                <a:gd name="connsiteY0" fmla="*/ 478735 h 962232"/>
                <a:gd name="connsiteX1" fmla="*/ 239367 w 1097374"/>
                <a:gd name="connsiteY1" fmla="*/ 0 h 962232"/>
                <a:gd name="connsiteX2" fmla="*/ 858007 w 1097374"/>
                <a:gd name="connsiteY2" fmla="*/ 0 h 962232"/>
                <a:gd name="connsiteX3" fmla="*/ 1097374 w 1097374"/>
                <a:gd name="connsiteY3" fmla="*/ 478735 h 962232"/>
                <a:gd name="connsiteX4" fmla="*/ 858007 w 1097374"/>
                <a:gd name="connsiteY4" fmla="*/ 957469 h 962232"/>
                <a:gd name="connsiteX5" fmla="*/ 265561 w 1097374"/>
                <a:gd name="connsiteY5" fmla="*/ 962232 h 962232"/>
                <a:gd name="connsiteX6" fmla="*/ 0 w 1097374"/>
                <a:gd name="connsiteY6" fmla="*/ 478735 h 962232"/>
                <a:gd name="connsiteX0" fmla="*/ 0 w 1097374"/>
                <a:gd name="connsiteY0" fmla="*/ 478735 h 962232"/>
                <a:gd name="connsiteX1" fmla="*/ 282230 w 1097374"/>
                <a:gd name="connsiteY1" fmla="*/ 4763 h 962232"/>
                <a:gd name="connsiteX2" fmla="*/ 858007 w 1097374"/>
                <a:gd name="connsiteY2" fmla="*/ 0 h 962232"/>
                <a:gd name="connsiteX3" fmla="*/ 1097374 w 1097374"/>
                <a:gd name="connsiteY3" fmla="*/ 478735 h 962232"/>
                <a:gd name="connsiteX4" fmla="*/ 858007 w 1097374"/>
                <a:gd name="connsiteY4" fmla="*/ 957469 h 962232"/>
                <a:gd name="connsiteX5" fmla="*/ 265561 w 1097374"/>
                <a:gd name="connsiteY5" fmla="*/ 962232 h 962232"/>
                <a:gd name="connsiteX6" fmla="*/ 0 w 1097374"/>
                <a:gd name="connsiteY6" fmla="*/ 478735 h 962232"/>
                <a:gd name="connsiteX0" fmla="*/ 0 w 1097374"/>
                <a:gd name="connsiteY0" fmla="*/ 478735 h 957469"/>
                <a:gd name="connsiteX1" fmla="*/ 282230 w 1097374"/>
                <a:gd name="connsiteY1" fmla="*/ 4763 h 957469"/>
                <a:gd name="connsiteX2" fmla="*/ 858007 w 1097374"/>
                <a:gd name="connsiteY2" fmla="*/ 0 h 957469"/>
                <a:gd name="connsiteX3" fmla="*/ 1097374 w 1097374"/>
                <a:gd name="connsiteY3" fmla="*/ 478735 h 957469"/>
                <a:gd name="connsiteX4" fmla="*/ 858007 w 1097374"/>
                <a:gd name="connsiteY4" fmla="*/ 957469 h 957469"/>
                <a:gd name="connsiteX5" fmla="*/ 282230 w 1097374"/>
                <a:gd name="connsiteY5" fmla="*/ 950326 h 957469"/>
                <a:gd name="connsiteX6" fmla="*/ 0 w 1097374"/>
                <a:gd name="connsiteY6" fmla="*/ 478735 h 957469"/>
                <a:gd name="connsiteX0" fmla="*/ 0 w 1097374"/>
                <a:gd name="connsiteY0" fmla="*/ 478735 h 952706"/>
                <a:gd name="connsiteX1" fmla="*/ 282230 w 1097374"/>
                <a:gd name="connsiteY1" fmla="*/ 4763 h 952706"/>
                <a:gd name="connsiteX2" fmla="*/ 858007 w 1097374"/>
                <a:gd name="connsiteY2" fmla="*/ 0 h 952706"/>
                <a:gd name="connsiteX3" fmla="*/ 1097374 w 1097374"/>
                <a:gd name="connsiteY3" fmla="*/ 478735 h 952706"/>
                <a:gd name="connsiteX4" fmla="*/ 838957 w 1097374"/>
                <a:gd name="connsiteY4" fmla="*/ 952706 h 952706"/>
                <a:gd name="connsiteX5" fmla="*/ 282230 w 1097374"/>
                <a:gd name="connsiteY5" fmla="*/ 950326 h 952706"/>
                <a:gd name="connsiteX6" fmla="*/ 0 w 1097374"/>
                <a:gd name="connsiteY6" fmla="*/ 478735 h 952706"/>
                <a:gd name="connsiteX0" fmla="*/ 0 w 1097374"/>
                <a:gd name="connsiteY0" fmla="*/ 476354 h 950325"/>
                <a:gd name="connsiteX1" fmla="*/ 282230 w 1097374"/>
                <a:gd name="connsiteY1" fmla="*/ 2382 h 950325"/>
                <a:gd name="connsiteX2" fmla="*/ 841338 w 1097374"/>
                <a:gd name="connsiteY2" fmla="*/ 0 h 950325"/>
                <a:gd name="connsiteX3" fmla="*/ 1097374 w 1097374"/>
                <a:gd name="connsiteY3" fmla="*/ 476354 h 950325"/>
                <a:gd name="connsiteX4" fmla="*/ 838957 w 1097374"/>
                <a:gd name="connsiteY4" fmla="*/ 950325 h 950325"/>
                <a:gd name="connsiteX5" fmla="*/ 282230 w 1097374"/>
                <a:gd name="connsiteY5" fmla="*/ 947945 h 950325"/>
                <a:gd name="connsiteX6" fmla="*/ 0 w 1097374"/>
                <a:gd name="connsiteY6" fmla="*/ 476354 h 950325"/>
                <a:gd name="connsiteX0" fmla="*/ 0 w 1097374"/>
                <a:gd name="connsiteY0" fmla="*/ 481116 h 955087"/>
                <a:gd name="connsiteX1" fmla="*/ 282230 w 1097374"/>
                <a:gd name="connsiteY1" fmla="*/ 7144 h 955087"/>
                <a:gd name="connsiteX2" fmla="*/ 827051 w 1097374"/>
                <a:gd name="connsiteY2" fmla="*/ 0 h 955087"/>
                <a:gd name="connsiteX3" fmla="*/ 1097374 w 1097374"/>
                <a:gd name="connsiteY3" fmla="*/ 481116 h 955087"/>
                <a:gd name="connsiteX4" fmla="*/ 838957 w 1097374"/>
                <a:gd name="connsiteY4" fmla="*/ 955087 h 955087"/>
                <a:gd name="connsiteX5" fmla="*/ 282230 w 1097374"/>
                <a:gd name="connsiteY5" fmla="*/ 952707 h 955087"/>
                <a:gd name="connsiteX6" fmla="*/ 0 w 1097374"/>
                <a:gd name="connsiteY6" fmla="*/ 481116 h 955087"/>
                <a:gd name="connsiteX0" fmla="*/ 0 w 1097374"/>
                <a:gd name="connsiteY0" fmla="*/ 483497 h 957468"/>
                <a:gd name="connsiteX1" fmla="*/ 289374 w 1097374"/>
                <a:gd name="connsiteY1" fmla="*/ 0 h 957468"/>
                <a:gd name="connsiteX2" fmla="*/ 827051 w 1097374"/>
                <a:gd name="connsiteY2" fmla="*/ 2381 h 957468"/>
                <a:gd name="connsiteX3" fmla="*/ 1097374 w 1097374"/>
                <a:gd name="connsiteY3" fmla="*/ 483497 h 957468"/>
                <a:gd name="connsiteX4" fmla="*/ 838957 w 1097374"/>
                <a:gd name="connsiteY4" fmla="*/ 957468 h 957468"/>
                <a:gd name="connsiteX5" fmla="*/ 282230 w 1097374"/>
                <a:gd name="connsiteY5" fmla="*/ 955088 h 957468"/>
                <a:gd name="connsiteX6" fmla="*/ 0 w 1097374"/>
                <a:gd name="connsiteY6" fmla="*/ 483497 h 957468"/>
                <a:gd name="connsiteX0" fmla="*/ 0 w 1097374"/>
                <a:gd name="connsiteY0" fmla="*/ 483497 h 964613"/>
                <a:gd name="connsiteX1" fmla="*/ 289374 w 1097374"/>
                <a:gd name="connsiteY1" fmla="*/ 0 h 964613"/>
                <a:gd name="connsiteX2" fmla="*/ 827051 w 1097374"/>
                <a:gd name="connsiteY2" fmla="*/ 2381 h 964613"/>
                <a:gd name="connsiteX3" fmla="*/ 1097374 w 1097374"/>
                <a:gd name="connsiteY3" fmla="*/ 483497 h 964613"/>
                <a:gd name="connsiteX4" fmla="*/ 838957 w 1097374"/>
                <a:gd name="connsiteY4" fmla="*/ 957468 h 964613"/>
                <a:gd name="connsiteX5" fmla="*/ 282230 w 1097374"/>
                <a:gd name="connsiteY5" fmla="*/ 964613 h 964613"/>
                <a:gd name="connsiteX6" fmla="*/ 0 w 1097374"/>
                <a:gd name="connsiteY6" fmla="*/ 483497 h 964613"/>
                <a:gd name="connsiteX0" fmla="*/ 0 w 1097374"/>
                <a:gd name="connsiteY0" fmla="*/ 483497 h 966993"/>
                <a:gd name="connsiteX1" fmla="*/ 289374 w 1097374"/>
                <a:gd name="connsiteY1" fmla="*/ 0 h 966993"/>
                <a:gd name="connsiteX2" fmla="*/ 827051 w 1097374"/>
                <a:gd name="connsiteY2" fmla="*/ 2381 h 966993"/>
                <a:gd name="connsiteX3" fmla="*/ 1097374 w 1097374"/>
                <a:gd name="connsiteY3" fmla="*/ 483497 h 966993"/>
                <a:gd name="connsiteX4" fmla="*/ 836575 w 1097374"/>
                <a:gd name="connsiteY4" fmla="*/ 966993 h 966993"/>
                <a:gd name="connsiteX5" fmla="*/ 282230 w 1097374"/>
                <a:gd name="connsiteY5" fmla="*/ 964613 h 966993"/>
                <a:gd name="connsiteX6" fmla="*/ 0 w 1097374"/>
                <a:gd name="connsiteY6" fmla="*/ 483497 h 966993"/>
                <a:gd name="connsiteX0" fmla="*/ 0 w 1097374"/>
                <a:gd name="connsiteY0" fmla="*/ 481116 h 964612"/>
                <a:gd name="connsiteX1" fmla="*/ 282231 w 1097374"/>
                <a:gd name="connsiteY1" fmla="*/ 0 h 964612"/>
                <a:gd name="connsiteX2" fmla="*/ 827051 w 1097374"/>
                <a:gd name="connsiteY2" fmla="*/ 0 h 964612"/>
                <a:gd name="connsiteX3" fmla="*/ 1097374 w 1097374"/>
                <a:gd name="connsiteY3" fmla="*/ 481116 h 964612"/>
                <a:gd name="connsiteX4" fmla="*/ 836575 w 1097374"/>
                <a:gd name="connsiteY4" fmla="*/ 964612 h 964612"/>
                <a:gd name="connsiteX5" fmla="*/ 282230 w 1097374"/>
                <a:gd name="connsiteY5" fmla="*/ 962232 h 964612"/>
                <a:gd name="connsiteX6" fmla="*/ 0 w 1097374"/>
                <a:gd name="connsiteY6" fmla="*/ 481116 h 964612"/>
                <a:gd name="connsiteX0" fmla="*/ 0 w 1097374"/>
                <a:gd name="connsiteY0" fmla="*/ 481116 h 964612"/>
                <a:gd name="connsiteX1" fmla="*/ 282231 w 1097374"/>
                <a:gd name="connsiteY1" fmla="*/ 0 h 964612"/>
                <a:gd name="connsiteX2" fmla="*/ 834195 w 1097374"/>
                <a:gd name="connsiteY2" fmla="*/ 0 h 964612"/>
                <a:gd name="connsiteX3" fmla="*/ 1097374 w 1097374"/>
                <a:gd name="connsiteY3" fmla="*/ 481116 h 964612"/>
                <a:gd name="connsiteX4" fmla="*/ 836575 w 1097374"/>
                <a:gd name="connsiteY4" fmla="*/ 964612 h 964612"/>
                <a:gd name="connsiteX5" fmla="*/ 282230 w 1097374"/>
                <a:gd name="connsiteY5" fmla="*/ 962232 h 964612"/>
                <a:gd name="connsiteX6" fmla="*/ 0 w 1097374"/>
                <a:gd name="connsiteY6" fmla="*/ 481116 h 96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7374" h="964612">
                  <a:moveTo>
                    <a:pt x="0" y="481116"/>
                  </a:moveTo>
                  <a:lnTo>
                    <a:pt x="282231" y="0"/>
                  </a:lnTo>
                  <a:lnTo>
                    <a:pt x="834195" y="0"/>
                  </a:lnTo>
                  <a:lnTo>
                    <a:pt x="1097374" y="481116"/>
                  </a:lnTo>
                  <a:lnTo>
                    <a:pt x="836575" y="964612"/>
                  </a:lnTo>
                  <a:lnTo>
                    <a:pt x="282230" y="962232"/>
                  </a:lnTo>
                  <a:lnTo>
                    <a:pt x="0" y="481116"/>
                  </a:lnTo>
                  <a:close/>
                </a:path>
              </a:pathLst>
            </a:custGeom>
            <a:noFill/>
            <a:ln w="44450">
              <a:solidFill>
                <a:srgbClr val="006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solidFill>
                  <a:schemeClr val="tx2">
                    <a:lumMod val="60000"/>
                    <a:lumOff val="40000"/>
                  </a:schemeClr>
                </a:solidFill>
              </a:endParaRPr>
            </a:p>
          </p:txBody>
        </p:sp>
        <p:cxnSp>
          <p:nvCxnSpPr>
            <p:cNvPr id="17" name="Conector recto 16">
              <a:extLst>
                <a:ext uri="{FF2B5EF4-FFF2-40B4-BE49-F238E27FC236}">
                  <a16:creationId xmlns:a16="http://schemas.microsoft.com/office/drawing/2014/main" id="{0BE25D22-17D9-6B3F-F1BF-4A129326CE35}"/>
                </a:ext>
              </a:extLst>
            </p:cNvPr>
            <p:cNvCxnSpPr>
              <a:cxnSpLocks/>
              <a:stCxn id="16" idx="1"/>
              <a:endCxn id="16" idx="4"/>
            </p:cNvCxnSpPr>
            <p:nvPr/>
          </p:nvCxnSpPr>
          <p:spPr>
            <a:xfrm>
              <a:off x="2849738" y="2875257"/>
              <a:ext cx="554344" cy="964612"/>
            </a:xfrm>
            <a:prstGeom prst="line">
              <a:avLst/>
            </a:prstGeom>
            <a:noFill/>
            <a:ln w="44450">
              <a:solidFill>
                <a:srgbClr val="006B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Conector recto 17">
              <a:extLst>
                <a:ext uri="{FF2B5EF4-FFF2-40B4-BE49-F238E27FC236}">
                  <a16:creationId xmlns:a16="http://schemas.microsoft.com/office/drawing/2014/main" id="{FD74B301-E516-BC6B-2217-B8D6B24C2364}"/>
                </a:ext>
              </a:extLst>
            </p:cNvPr>
            <p:cNvCxnSpPr>
              <a:cxnSpLocks/>
              <a:stCxn id="16" idx="5"/>
              <a:endCxn id="16" idx="2"/>
            </p:cNvCxnSpPr>
            <p:nvPr/>
          </p:nvCxnSpPr>
          <p:spPr>
            <a:xfrm flipV="1">
              <a:off x="2849737" y="2875257"/>
              <a:ext cx="551965" cy="962232"/>
            </a:xfrm>
            <a:prstGeom prst="line">
              <a:avLst/>
            </a:prstGeom>
            <a:noFill/>
            <a:ln w="44450">
              <a:solidFill>
                <a:srgbClr val="006BFF"/>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Conector recto 18">
              <a:extLst>
                <a:ext uri="{FF2B5EF4-FFF2-40B4-BE49-F238E27FC236}">
                  <a16:creationId xmlns:a16="http://schemas.microsoft.com/office/drawing/2014/main" id="{28D5A463-35D5-56E4-5008-EB7B27E9481C}"/>
                </a:ext>
              </a:extLst>
            </p:cNvPr>
            <p:cNvCxnSpPr>
              <a:cxnSpLocks/>
              <a:stCxn id="16" idx="0"/>
              <a:endCxn id="16" idx="3"/>
            </p:cNvCxnSpPr>
            <p:nvPr/>
          </p:nvCxnSpPr>
          <p:spPr>
            <a:xfrm>
              <a:off x="2567507" y="3356373"/>
              <a:ext cx="1097374" cy="0"/>
            </a:xfrm>
            <a:prstGeom prst="line">
              <a:avLst/>
            </a:prstGeom>
            <a:noFill/>
            <a:ln w="44450">
              <a:solidFill>
                <a:srgbClr val="006BFF"/>
              </a:solidFill>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252241459"/>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A4A3A4"/>
          </p15:clr>
        </p15:guide>
        <p15:guide id="3" orient="horz" pos="4315">
          <p15:clr>
            <a:srgbClr val="A4A3A4"/>
          </p15:clr>
        </p15:guide>
        <p15:guide id="4" pos="189" userDrawn="1">
          <p15:clr>
            <a:srgbClr val="A4A3A4"/>
          </p15:clr>
        </p15:guide>
        <p15:guide id="10" pos="756">
          <p15:clr>
            <a:srgbClr val="A4A3A4"/>
          </p15:clr>
        </p15:guide>
        <p15:guide id="11" userDrawn="1">
          <p15:clr>
            <a:srgbClr val="A4A3A4"/>
          </p15:clr>
        </p15:guide>
        <p15:guide id="15" pos="3840">
          <p15:clr>
            <a:srgbClr val="A4A3A4"/>
          </p15:clr>
        </p15:guide>
        <p15:guide id="22" orient="horz" pos="2160">
          <p15:clr>
            <a:srgbClr val="A4A3A4"/>
          </p15:clr>
        </p15:guide>
        <p15:guide id="23" pos="3817">
          <p15:clr>
            <a:srgbClr val="A4A3A4"/>
          </p15:clr>
        </p15:guide>
        <p15:guide id="24" pos="3863">
          <p15:clr>
            <a:srgbClr val="A4A3A4"/>
          </p15:clr>
        </p15:guide>
        <p15:guide id="26" pos="801">
          <p15:clr>
            <a:srgbClr val="A4A3A4"/>
          </p15:clr>
        </p15:guide>
        <p15:guide id="27" pos="1368">
          <p15:clr>
            <a:srgbClr val="A4A3A4"/>
          </p15:clr>
        </p15:guide>
        <p15:guide id="28" pos="1413">
          <p15:clr>
            <a:srgbClr val="A4A3A4"/>
          </p15:clr>
        </p15:guide>
        <p15:guide id="29" pos="1980">
          <p15:clr>
            <a:srgbClr val="A4A3A4"/>
          </p15:clr>
        </p15:guide>
        <p15:guide id="30" pos="2026">
          <p15:clr>
            <a:srgbClr val="A4A3A4"/>
          </p15:clr>
        </p15:guide>
        <p15:guide id="31" pos="2593">
          <p15:clr>
            <a:srgbClr val="A4A3A4"/>
          </p15:clr>
        </p15:guide>
        <p15:guide id="32" pos="2638">
          <p15:clr>
            <a:srgbClr val="A4A3A4"/>
          </p15:clr>
        </p15:guide>
        <p15:guide id="33" pos="3205">
          <p15:clr>
            <a:srgbClr val="A4A3A4"/>
          </p15:clr>
        </p15:guide>
        <p15:guide id="34" pos="3250">
          <p15:clr>
            <a:srgbClr val="A4A3A4"/>
          </p15:clr>
        </p15:guide>
        <p15:guide id="35" pos="4430">
          <p15:clr>
            <a:srgbClr val="A4A3A4"/>
          </p15:clr>
        </p15:guide>
        <p15:guide id="36" pos="4475">
          <p15:clr>
            <a:srgbClr val="A4A3A4"/>
          </p15:clr>
        </p15:guide>
        <p15:guide id="37" pos="5042">
          <p15:clr>
            <a:srgbClr val="A4A3A4"/>
          </p15:clr>
        </p15:guide>
        <p15:guide id="38" pos="5087">
          <p15:clr>
            <a:srgbClr val="A4A3A4"/>
          </p15:clr>
        </p15:guide>
        <p15:guide id="39" pos="5654">
          <p15:clr>
            <a:srgbClr val="A4A3A4"/>
          </p15:clr>
        </p15:guide>
        <p15:guide id="40" pos="5700">
          <p15:clr>
            <a:srgbClr val="A4A3A4"/>
          </p15:clr>
        </p15:guide>
        <p15:guide id="41" pos="6267">
          <p15:clr>
            <a:srgbClr val="A4A3A4"/>
          </p15:clr>
        </p15:guide>
        <p15:guide id="42" pos="6312">
          <p15:clr>
            <a:srgbClr val="A4A3A4"/>
          </p15:clr>
        </p15:guide>
        <p15:guide id="43" pos="6924">
          <p15:clr>
            <a:srgbClr val="A4A3A4"/>
          </p15:clr>
        </p15:guide>
        <p15:guide id="44" pos="6879">
          <p15:clr>
            <a:srgbClr val="A4A3A4"/>
          </p15:clr>
        </p15:guide>
        <p15:guide id="46" pos="7491" userDrawn="1">
          <p15:clr>
            <a:srgbClr val="A4A3A4"/>
          </p15:clr>
        </p15:guide>
        <p15:guide id="47" orient="horz" pos="4133" userDrawn="1">
          <p15:clr>
            <a:srgbClr val="A4A3A4"/>
          </p15:clr>
        </p15:guide>
        <p15:guide id="48" orient="horz" pos="482" userDrawn="1">
          <p15:clr>
            <a:srgbClr val="FDE53C"/>
          </p15:clr>
        </p15:guide>
        <p15:guide id="49" orient="horz" pos="3838" userDrawn="1">
          <p15:clr>
            <a:srgbClr val="FDE53C"/>
          </p15:clr>
        </p15:guide>
        <p15:guide id="50" pos="7197" userDrawn="1">
          <p15:clr>
            <a:srgbClr val="FDE53C"/>
          </p15:clr>
        </p15:guide>
        <p15:guide id="51" pos="483" userDrawn="1">
          <p15:clr>
            <a:srgbClr val="FDE53C"/>
          </p15:clr>
        </p15:guide>
        <p15:guide id="52" pos="778" userDrawn="1">
          <p15:clr>
            <a:srgbClr val="A4A3A4"/>
          </p15:clr>
        </p15:guide>
        <p15:guide id="53" pos="1391" userDrawn="1">
          <p15:clr>
            <a:srgbClr val="A4A3A4"/>
          </p15:clr>
        </p15:guide>
        <p15:guide id="54" pos="2003" userDrawn="1">
          <p15:clr>
            <a:srgbClr val="A4A3A4"/>
          </p15:clr>
        </p15:guide>
        <p15:guide id="55" pos="2615" userDrawn="1">
          <p15:clr>
            <a:srgbClr val="A4A3A4"/>
          </p15:clr>
        </p15:guide>
        <p15:guide id="56" pos="3228" userDrawn="1">
          <p15:clr>
            <a:srgbClr val="A4A3A4"/>
          </p15:clr>
        </p15:guide>
        <p15:guide id="57" pos="4452" userDrawn="1">
          <p15:clr>
            <a:srgbClr val="A4A3A4"/>
          </p15:clr>
        </p15:guide>
        <p15:guide id="58" pos="5065" userDrawn="1">
          <p15:clr>
            <a:srgbClr val="A4A3A4"/>
          </p15:clr>
        </p15:guide>
        <p15:guide id="59" pos="5677" userDrawn="1">
          <p15:clr>
            <a:srgbClr val="A4A3A4"/>
          </p15:clr>
        </p15:guide>
        <p15:guide id="60" pos="6289" userDrawn="1">
          <p15:clr>
            <a:srgbClr val="A4A3A4"/>
          </p15:clr>
        </p15:guide>
        <p15:guide id="61" pos="6902"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7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0" y="0"/>
            <a:ext cx="76287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6" name="CuadroTexto 25"/>
          <p:cNvSpPr txBox="1"/>
          <p:nvPr/>
        </p:nvSpPr>
        <p:spPr>
          <a:xfrm>
            <a:off x="882650" y="1143556"/>
            <a:ext cx="5061304" cy="1733808"/>
          </a:xfrm>
          <a:prstGeom prst="rect">
            <a:avLst/>
          </a:prstGeom>
          <a:noFill/>
        </p:spPr>
        <p:txBody>
          <a:bodyPr wrap="square" rtlCol="0">
            <a:spAutoFit/>
          </a:bodyPr>
          <a:lstStyle/>
          <a:p>
            <a:pPr>
              <a:lnSpc>
                <a:spcPts val="3200"/>
              </a:lnSpc>
            </a:pPr>
            <a:r>
              <a:rPr lang="es-ES" sz="2800" b="1" dirty="0" smtClean="0">
                <a:latin typeface="Swis721 Cn BT" panose="020B0506020202030204" pitchFamily="34" charset="0"/>
              </a:rPr>
              <a:t>UNA MAÑANA, TRAS UN SUEÑO INTRANQUILO, GREGORIO SAMSA SE DESPERTÓ CONVERTIDO EN UN MONSTRUOSO INSECTO.</a:t>
            </a:r>
            <a:endParaRPr lang="es-CL" sz="2800" b="1" dirty="0">
              <a:latin typeface="Swis721 Cn BT" panose="020B0506020202030204" pitchFamily="34" charset="0"/>
            </a:endParaRPr>
          </a:p>
        </p:txBody>
      </p:sp>
      <p:sp>
        <p:nvSpPr>
          <p:cNvPr id="27" name="CuadroTexto 26"/>
          <p:cNvSpPr txBox="1"/>
          <p:nvPr/>
        </p:nvSpPr>
        <p:spPr>
          <a:xfrm>
            <a:off x="904481" y="2917952"/>
            <a:ext cx="4429737" cy="1733808"/>
          </a:xfrm>
          <a:prstGeom prst="rect">
            <a:avLst/>
          </a:prstGeom>
          <a:noFill/>
        </p:spPr>
        <p:txBody>
          <a:bodyPr wrap="square" rtlCol="0">
            <a:spAutoFit/>
          </a:bodyPr>
          <a:lstStyle/>
          <a:p>
            <a:pPr>
              <a:lnSpc>
                <a:spcPts val="32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29" name="CuadroTexto 28"/>
          <p:cNvSpPr txBox="1"/>
          <p:nvPr/>
        </p:nvSpPr>
        <p:spPr>
          <a:xfrm>
            <a:off x="972268" y="4955373"/>
            <a:ext cx="4819312" cy="1528624"/>
          </a:xfrm>
          <a:prstGeom prst="rect">
            <a:avLst/>
          </a:prstGeom>
          <a:noFill/>
        </p:spPr>
        <p:txBody>
          <a:bodyPr wrap="square" numCol="1" rtlCol="0">
            <a:spAutoFit/>
          </a:bodyPr>
          <a:lstStyle/>
          <a:p>
            <a:pPr algn="just">
              <a:lnSpc>
                <a:spcPts val="14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Gregorio miró hacia la ventana; estaba nublado, y sobre el cinc del alféizar repiqueteaban las gotas de lluvia, lo que le hizo sentir una gran melancolía. «Bueno -pensó-; ¿y si siguiese durmiendo un rato y me olvidase de todas estas locuras</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0" name="CuadroTexto 29"/>
          <p:cNvSpPr txBox="1"/>
          <p:nvPr/>
        </p:nvSpPr>
        <p:spPr>
          <a:xfrm>
            <a:off x="6606798" y="1820530"/>
            <a:ext cx="1963392" cy="964367"/>
          </a:xfrm>
          <a:prstGeom prst="rect">
            <a:avLst/>
          </a:prstGeom>
          <a:noFill/>
        </p:spPr>
        <p:txBody>
          <a:bodyPr wrap="square" rtlCol="0">
            <a:spAutoFit/>
          </a:bodyPr>
          <a:lstStyle/>
          <a:p>
            <a:pPr>
              <a:lnSpc>
                <a:spcPts val="1700"/>
              </a:lnSpc>
            </a:pPr>
            <a:r>
              <a:rPr lang="es-ES" sz="1200" b="1" dirty="0">
                <a:latin typeface="Swis721 Cn BT" panose="020B0506020202030204" pitchFamily="34" charset="0"/>
              </a:rPr>
              <a:t>Estaba echado de espaldas sobre un duro caparazón y, al </a:t>
            </a:r>
            <a:r>
              <a:rPr lang="es-ES" sz="1200" b="1" dirty="0" smtClean="0">
                <a:latin typeface="Swis721 Cn BT" panose="020B0506020202030204" pitchFamily="34" charset="0"/>
              </a:rPr>
              <a:t>alzar la </a:t>
            </a:r>
            <a:r>
              <a:rPr lang="es-ES" sz="1200" b="1" dirty="0">
                <a:latin typeface="Swis721 Cn BT" panose="020B0506020202030204" pitchFamily="34" charset="0"/>
              </a:rPr>
              <a:t>cabeza, vio su vientre convexo y </a:t>
            </a:r>
            <a:r>
              <a:rPr lang="es-ES" sz="1200" b="1" dirty="0" smtClean="0">
                <a:latin typeface="Swis721 Cn BT" panose="020B0506020202030204" pitchFamily="34" charset="0"/>
              </a:rPr>
              <a:t>oscuro.</a:t>
            </a:r>
            <a:endParaRPr lang="es-CL" sz="1200" b="1" dirty="0">
              <a:latin typeface="Swis721 Cn BT" panose="020B0506020202030204" pitchFamily="34" charset="0"/>
            </a:endParaRPr>
          </a:p>
        </p:txBody>
      </p:sp>
      <p:sp>
        <p:nvSpPr>
          <p:cNvPr id="31" name="CuadroTexto 30"/>
          <p:cNvSpPr txBox="1"/>
          <p:nvPr/>
        </p:nvSpPr>
        <p:spPr>
          <a:xfrm>
            <a:off x="6507969" y="695124"/>
            <a:ext cx="2161050" cy="964367"/>
          </a:xfrm>
          <a:prstGeom prst="rect">
            <a:avLst/>
          </a:prstGeom>
          <a:noFill/>
        </p:spPr>
        <p:txBody>
          <a:bodyPr wrap="square" rtlCol="0">
            <a:spAutoFit/>
          </a:bodyPr>
          <a:lstStyle/>
          <a:p>
            <a:pPr>
              <a:lnSpc>
                <a:spcPts val="1700"/>
              </a:lnSpc>
            </a:pPr>
            <a:r>
              <a:rPr lang="es-ES" sz="1200" b="1" dirty="0" smtClean="0">
                <a:latin typeface="Swis721 Cn BT" panose="020B0506020202030204" pitchFamily="34" charset="0"/>
              </a:rPr>
              <a:t>ESTABA ECHADO DE ESPALDAS SOBRE UN DURO CAPARAZÓN Y, AL ALZAR LA CABEZA, VIO SU VIENTRE CONVEXO Y OSCURO.</a:t>
            </a:r>
            <a:endParaRPr lang="es-CL" sz="1200" b="1" dirty="0">
              <a:latin typeface="Swis721 Cn BT" panose="020B0506020202030204" pitchFamily="34" charset="0"/>
            </a:endParaRPr>
          </a:p>
        </p:txBody>
      </p:sp>
      <p:sp>
        <p:nvSpPr>
          <p:cNvPr id="32" name="Rectángulo 31"/>
          <p:cNvSpPr/>
          <p:nvPr/>
        </p:nvSpPr>
        <p:spPr>
          <a:xfrm>
            <a:off x="8939699" y="1376552"/>
            <a:ext cx="2976392" cy="759182"/>
          </a:xfrm>
          <a:prstGeom prst="rect">
            <a:avLst/>
          </a:prstGeom>
        </p:spPr>
        <p:txBody>
          <a:bodyPr wrap="square">
            <a:spAutoFit/>
          </a:bodyPr>
          <a:lstStyle/>
          <a:p>
            <a:pPr algn="ctr">
              <a:lnSpc>
                <a:spcPts val="2600"/>
              </a:lnSpc>
            </a:pPr>
            <a:r>
              <a:rPr lang="es-ES" sz="2000" b="1" dirty="0" smtClean="0">
                <a:latin typeface="Swis721 Cn BT" panose="020B0506020202030204" pitchFamily="34" charset="0"/>
              </a:rPr>
              <a:t>NUMEROSAS PATAS, PENOSAMENTE DELGADAS</a:t>
            </a:r>
            <a:endParaRPr lang="es-CL" sz="2000" b="1" dirty="0">
              <a:latin typeface="Swis721 Cn BT" panose="020B0506020202030204" pitchFamily="34" charset="0"/>
            </a:endParaRPr>
          </a:p>
        </p:txBody>
      </p:sp>
      <p:sp>
        <p:nvSpPr>
          <p:cNvPr id="33" name="Rectángulo 32"/>
          <p:cNvSpPr/>
          <p:nvPr/>
        </p:nvSpPr>
        <p:spPr>
          <a:xfrm>
            <a:off x="9109649" y="2228243"/>
            <a:ext cx="2636492" cy="759182"/>
          </a:xfrm>
          <a:prstGeom prst="rect">
            <a:avLst/>
          </a:prstGeom>
        </p:spPr>
        <p:txBody>
          <a:bodyPr wrap="square">
            <a:spAutoFit/>
          </a:bodyPr>
          <a:lstStyle/>
          <a:p>
            <a:pPr algn="ctr">
              <a:lnSpc>
                <a:spcPts val="2600"/>
              </a:lnSpc>
            </a:pPr>
            <a:r>
              <a:rPr lang="es-ES" sz="2000" b="1" dirty="0" smtClean="0">
                <a:latin typeface="Swis721 Cn BT" panose="020B0506020202030204" pitchFamily="34" charset="0"/>
              </a:rPr>
              <a:t>Numerosas patas, penosamente delgadas</a:t>
            </a:r>
            <a:endParaRPr lang="es-CL" sz="2000" b="1" dirty="0">
              <a:latin typeface="Swis721 Cn BT" panose="020B0506020202030204" pitchFamily="34" charset="0"/>
            </a:endParaRPr>
          </a:p>
        </p:txBody>
      </p:sp>
      <p:sp>
        <p:nvSpPr>
          <p:cNvPr id="35" name="CuadroTexto 34"/>
          <p:cNvSpPr txBox="1"/>
          <p:nvPr/>
        </p:nvSpPr>
        <p:spPr>
          <a:xfrm>
            <a:off x="6512772" y="4007904"/>
            <a:ext cx="1871662" cy="220573"/>
          </a:xfrm>
          <a:prstGeom prst="rect">
            <a:avLst/>
          </a:prstGeom>
          <a:noFill/>
        </p:spPr>
        <p:txBody>
          <a:bodyPr wrap="square" numCol="1" rtlCol="0" anchor="t">
            <a:spAutoFit/>
          </a:bodyPr>
          <a:lstStyle/>
          <a:p>
            <a:pPr algn="just">
              <a:lnSpc>
                <a:spcPts val="1000"/>
              </a:lnSpc>
            </a:pPr>
            <a:r>
              <a:rPr lang="es-CL" sz="1000" b="1" dirty="0" smtClean="0">
                <a:latin typeface="Swis721 Cn BT" panose="020B0506020202030204" pitchFamily="34" charset="0"/>
              </a:rPr>
              <a:t>NO ESTABA SOÑANDO</a:t>
            </a:r>
            <a:endParaRPr lang="es-CL" sz="1000" b="1" dirty="0">
              <a:latin typeface="Swis721 BT" panose="020B0504020202020204" pitchFamily="34" charset="0"/>
            </a:endParaRPr>
          </a:p>
        </p:txBody>
      </p:sp>
      <p:sp>
        <p:nvSpPr>
          <p:cNvPr id="36" name="CuadroTexto 35"/>
          <p:cNvSpPr txBox="1"/>
          <p:nvPr/>
        </p:nvSpPr>
        <p:spPr>
          <a:xfrm>
            <a:off x="6525127" y="4206745"/>
            <a:ext cx="2368315" cy="810478"/>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400"/>
              </a:lnSpc>
            </a:pPr>
            <a:r>
              <a:rPr lang="es-ES" sz="800" dirty="0"/>
              <a:t>Su habitación, una habitación normal, aunque muy pequeña, tenía el aspecto habitual. Sobre la mesa había desparramado un muestrario de paños -</a:t>
            </a:r>
            <a:endParaRPr lang="es-CL" sz="800" dirty="0"/>
          </a:p>
        </p:txBody>
      </p:sp>
      <p:sp>
        <p:nvSpPr>
          <p:cNvPr id="39" name="CuadroTexto 38"/>
          <p:cNvSpPr txBox="1"/>
          <p:nvPr/>
        </p:nvSpPr>
        <p:spPr>
          <a:xfrm>
            <a:off x="6532251" y="5367235"/>
            <a:ext cx="1871662"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BT" panose="020B0504020202020204" pitchFamily="34" charset="0"/>
            </a:endParaRPr>
          </a:p>
        </p:txBody>
      </p:sp>
      <p:sp>
        <p:nvSpPr>
          <p:cNvPr id="40" name="CuadroTexto 39"/>
          <p:cNvSpPr txBox="1"/>
          <p:nvPr/>
        </p:nvSpPr>
        <p:spPr>
          <a:xfrm>
            <a:off x="6525128" y="5639949"/>
            <a:ext cx="2279212" cy="810478"/>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400"/>
              </a:lnSpc>
            </a:pPr>
            <a:r>
              <a:rPr lang="es-ES" sz="800" dirty="0"/>
              <a:t>Su habitación, una habitación normal, aunque muy pequeña, tenía el aspecto habitual. Sobre la mesa había desparramado un muestrario de paños -</a:t>
            </a:r>
            <a:endParaRPr lang="es-CL" sz="800" dirty="0"/>
          </a:p>
        </p:txBody>
      </p:sp>
      <p:cxnSp>
        <p:nvCxnSpPr>
          <p:cNvPr id="4" name="Conector recto 3"/>
          <p:cNvCxnSpPr/>
          <p:nvPr/>
        </p:nvCxnSpPr>
        <p:spPr>
          <a:xfrm>
            <a:off x="6199188" y="296863"/>
            <a:ext cx="0" cy="624558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5"/>
          <p:cNvCxnSpPr/>
          <p:nvPr/>
        </p:nvCxnSpPr>
        <p:spPr>
          <a:xfrm>
            <a:off x="6348723" y="3429000"/>
            <a:ext cx="561944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CuadroTexto 43"/>
          <p:cNvSpPr txBox="1"/>
          <p:nvPr/>
        </p:nvSpPr>
        <p:spPr>
          <a:xfrm>
            <a:off x="912412" y="310220"/>
            <a:ext cx="3699345"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(TITULO/TITULAR, TAMAÑ0 9, INT. 12 - Separado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50" name="CuadroTexto 49"/>
          <p:cNvSpPr txBox="1"/>
          <p:nvPr/>
        </p:nvSpPr>
        <p:spPr>
          <a:xfrm>
            <a:off x="972267" y="490277"/>
            <a:ext cx="1831975" cy="220573"/>
          </a:xfrm>
          <a:prstGeom prst="rect">
            <a:avLst/>
          </a:prstGeom>
          <a:noFill/>
        </p:spPr>
        <p:txBody>
          <a:bodyPr wrap="square" rtlCol="0">
            <a:spAutoFit/>
          </a:bodyPr>
          <a:lstStyle/>
          <a:p>
            <a:pPr>
              <a:lnSpc>
                <a:spcPts val="1000"/>
              </a:lnSpc>
            </a:pPr>
            <a:r>
              <a:rPr lang="es-CL" sz="800" spc="300" dirty="0">
                <a:solidFill>
                  <a:schemeClr val="bg1">
                    <a:lumMod val="50000"/>
                  </a:schemeClr>
                </a:solidFill>
                <a:latin typeface="Swis721 Cn BT" panose="020B0506020202030204" pitchFamily="34" charset="0"/>
              </a:rPr>
              <a:t>MOBIL </a:t>
            </a:r>
            <a:r>
              <a:rPr lang="es-CL" sz="900" spc="300" dirty="0">
                <a:solidFill>
                  <a:schemeClr val="bg1">
                    <a:lumMod val="50000"/>
                  </a:schemeClr>
                </a:solidFill>
                <a:latin typeface="Swis721 Cn BT" panose="020B0506020202030204" pitchFamily="34" charset="0"/>
              </a:rPr>
              <a:t>ARQUITECTOS</a:t>
            </a:r>
            <a:r>
              <a:rPr lang="es-CL" sz="800" spc="300" dirty="0">
                <a:solidFill>
                  <a:schemeClr val="bg1">
                    <a:lumMod val="50000"/>
                  </a:schemeClr>
                </a:solidFill>
                <a:latin typeface="Swis721 Cn BT" panose="020B0506020202030204" pitchFamily="34" charset="0"/>
              </a:rPr>
              <a:t> </a:t>
            </a:r>
          </a:p>
        </p:txBody>
      </p:sp>
      <p:sp>
        <p:nvSpPr>
          <p:cNvPr id="51" name="CuadroTexto 50"/>
          <p:cNvSpPr txBox="1"/>
          <p:nvPr/>
        </p:nvSpPr>
        <p:spPr>
          <a:xfrm>
            <a:off x="912412" y="969405"/>
            <a:ext cx="3014428"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(TITULO/TITULAR, TAMAÑ0 28, INT. 32 )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52" name="CuadroTexto 51"/>
          <p:cNvSpPr txBox="1"/>
          <p:nvPr/>
        </p:nvSpPr>
        <p:spPr>
          <a:xfrm>
            <a:off x="882649" y="4777392"/>
            <a:ext cx="3598141"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(CUERPO DE TEXTO, TAMAÑ0 8, INT. 14 )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53" name="CuadroTexto 52"/>
          <p:cNvSpPr txBox="1"/>
          <p:nvPr/>
        </p:nvSpPr>
        <p:spPr>
          <a:xfrm>
            <a:off x="6441722" y="428213"/>
            <a:ext cx="3286477"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(DESTACADO, TAMAÑ0 12, INT. 17 )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54" name="CuadroTexto 53"/>
          <p:cNvSpPr txBox="1"/>
          <p:nvPr/>
        </p:nvSpPr>
        <p:spPr>
          <a:xfrm>
            <a:off x="6440920" y="3649508"/>
            <a:ext cx="2977861"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(TÍTULO COLUMNA, TAMAÑ0 10, INT. 12 )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55" name="CuadroTexto 54"/>
          <p:cNvSpPr txBox="1"/>
          <p:nvPr/>
        </p:nvSpPr>
        <p:spPr>
          <a:xfrm>
            <a:off x="9108010" y="1124583"/>
            <a:ext cx="2639770"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(CITA / FRASE, TAMAÑ0 20, INT. 12 )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56" name="CuadroTexto 55"/>
          <p:cNvSpPr txBox="1"/>
          <p:nvPr/>
        </p:nvSpPr>
        <p:spPr>
          <a:xfrm>
            <a:off x="8893442" y="4007904"/>
            <a:ext cx="1871662" cy="220573"/>
          </a:xfrm>
          <a:prstGeom prst="rect">
            <a:avLst/>
          </a:prstGeom>
          <a:noFill/>
        </p:spPr>
        <p:txBody>
          <a:bodyPr wrap="square" numCol="1" rtlCol="0" anchor="t">
            <a:spAutoFit/>
          </a:bodyPr>
          <a:lstStyle/>
          <a:p>
            <a:pPr algn="just">
              <a:lnSpc>
                <a:spcPts val="1000"/>
              </a:lnSpc>
            </a:pPr>
            <a:r>
              <a:rPr lang="es-CL" sz="1000" b="1" dirty="0" smtClean="0">
                <a:latin typeface="Swis721 Cn BT" panose="020B0506020202030204" pitchFamily="34" charset="0"/>
              </a:rPr>
              <a:t>NO ESTABA SOÑANDO</a:t>
            </a:r>
            <a:endParaRPr lang="es-CL" sz="1000" b="1" dirty="0">
              <a:latin typeface="Swis721 BT" panose="020B0504020202020204" pitchFamily="34" charset="0"/>
            </a:endParaRPr>
          </a:p>
        </p:txBody>
      </p:sp>
      <p:sp>
        <p:nvSpPr>
          <p:cNvPr id="57" name="CuadroTexto 56"/>
          <p:cNvSpPr txBox="1"/>
          <p:nvPr/>
        </p:nvSpPr>
        <p:spPr>
          <a:xfrm>
            <a:off x="8905797" y="4206745"/>
            <a:ext cx="2315211" cy="810478"/>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400"/>
              </a:lnSpc>
            </a:pPr>
            <a:r>
              <a:rPr lang="es-ES" sz="800" dirty="0"/>
              <a:t>Su habitación, una habitación normal, aunque muy pequeña, tenía el aspecto habitual. Sobre la mesa había desparramado un muestrario de paños -</a:t>
            </a:r>
            <a:endParaRPr lang="es-CL" sz="800" dirty="0"/>
          </a:p>
        </p:txBody>
      </p:sp>
      <p:sp>
        <p:nvSpPr>
          <p:cNvPr id="58" name="CuadroTexto 57"/>
          <p:cNvSpPr txBox="1"/>
          <p:nvPr/>
        </p:nvSpPr>
        <p:spPr>
          <a:xfrm>
            <a:off x="8912921" y="5367235"/>
            <a:ext cx="1871662"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BT" panose="020B0504020202020204" pitchFamily="34" charset="0"/>
            </a:endParaRPr>
          </a:p>
        </p:txBody>
      </p:sp>
      <p:sp>
        <p:nvSpPr>
          <p:cNvPr id="59" name="CuadroTexto 58"/>
          <p:cNvSpPr txBox="1"/>
          <p:nvPr/>
        </p:nvSpPr>
        <p:spPr>
          <a:xfrm>
            <a:off x="8905798" y="5639949"/>
            <a:ext cx="2315210" cy="810478"/>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400"/>
              </a:lnSpc>
            </a:pPr>
            <a:r>
              <a:rPr lang="es-ES" sz="800" dirty="0"/>
              <a:t>Su habitación, una habitación normal, aunque muy pequeña, tenía el aspecto habitual. Sobre la mesa había desparramado un muestrario de paños -</a:t>
            </a:r>
            <a:endParaRPr lang="es-CL" sz="800" dirty="0"/>
          </a:p>
        </p:txBody>
      </p:sp>
      <p:sp>
        <p:nvSpPr>
          <p:cNvPr id="62" name="CuadroTexto 61"/>
          <p:cNvSpPr txBox="1"/>
          <p:nvPr/>
        </p:nvSpPr>
        <p:spPr>
          <a:xfrm rot="16200000">
            <a:off x="10929445" y="5604269"/>
            <a:ext cx="1831975" cy="230832"/>
          </a:xfrm>
          <a:prstGeom prst="rect">
            <a:avLst/>
          </a:prstGeom>
          <a:noFill/>
        </p:spPr>
        <p:txBody>
          <a:bodyPr wrap="square" rtlCol="0">
            <a:spAutoFit/>
          </a:bodyPr>
          <a:lstStyle/>
          <a:p>
            <a:r>
              <a:rPr lang="es-CL" sz="800" spc="300" dirty="0">
                <a:latin typeface="Swis721 Cn BT" panose="020B0506020202030204" pitchFamily="34" charset="0"/>
              </a:rPr>
              <a:t>MOBIL </a:t>
            </a:r>
            <a:r>
              <a:rPr lang="es-CL" sz="900" spc="300" dirty="0">
                <a:latin typeface="Swis721 Cn BT" panose="020B0506020202030204" pitchFamily="34" charset="0"/>
              </a:rPr>
              <a:t>ARQUITECTOS</a:t>
            </a:r>
            <a:r>
              <a:rPr lang="es-CL" sz="800" spc="300" dirty="0">
                <a:latin typeface="Swis721 Cn BT" panose="020B0506020202030204" pitchFamily="34" charset="0"/>
              </a:rPr>
              <a:t> </a:t>
            </a:r>
          </a:p>
        </p:txBody>
      </p:sp>
      <p:sp>
        <p:nvSpPr>
          <p:cNvPr id="34" name="CuadroTexto 33"/>
          <p:cNvSpPr txBox="1"/>
          <p:nvPr/>
        </p:nvSpPr>
        <p:spPr>
          <a:xfrm rot="16200000">
            <a:off x="-1476251" y="4615116"/>
            <a:ext cx="3715380" cy="321050"/>
          </a:xfrm>
          <a:prstGeom prst="rect">
            <a:avLst/>
          </a:prstGeom>
          <a:noFill/>
        </p:spPr>
        <p:txBody>
          <a:bodyPr wrap="square" rtlCol="0">
            <a:spAutoFit/>
          </a:bodyPr>
          <a:lstStyle/>
          <a:p>
            <a:pPr>
              <a:lnSpc>
                <a:spcPts val="2000"/>
              </a:lnSpc>
            </a:pPr>
            <a:r>
              <a:rPr lang="es-ES" sz="1200" dirty="0" smtClean="0">
                <a:latin typeface="Swis721 Cn BT" panose="020B0506020202030204" pitchFamily="34" charset="0"/>
              </a:rPr>
              <a:t>Swis721 </a:t>
            </a:r>
            <a:r>
              <a:rPr lang="es-ES" sz="1200" dirty="0" err="1" smtClean="0">
                <a:latin typeface="Swis721 Cn BT" panose="020B0506020202030204" pitchFamily="34" charset="0"/>
              </a:rPr>
              <a:t>Cn</a:t>
            </a:r>
            <a:r>
              <a:rPr lang="es-ES" sz="1200" dirty="0">
                <a:latin typeface="Swis721 Cn BT" panose="020B0506020202030204" pitchFamily="34" charset="0"/>
              </a:rPr>
              <a:t> BT   /  </a:t>
            </a:r>
            <a:r>
              <a:rPr lang="es-ES" sz="1200" dirty="0" smtClean="0">
                <a:latin typeface="Swis721 Cn BT" panose="020B0506020202030204" pitchFamily="34" charset="0"/>
              </a:rPr>
              <a:t>Arial </a:t>
            </a:r>
            <a:r>
              <a:rPr lang="es-ES" sz="1200" dirty="0" smtClean="0">
                <a:solidFill>
                  <a:srgbClr val="006BFF"/>
                </a:solidFill>
                <a:latin typeface="Swis721 Cn BT" panose="020B0506020202030204" pitchFamily="34" charset="0"/>
              </a:rPr>
              <a:t>( SÓLO CUERPO DE TEXTO)</a:t>
            </a:r>
            <a:endParaRPr lang="es-CL" sz="1200" dirty="0">
              <a:solidFill>
                <a:srgbClr val="006BFF"/>
              </a:solidFill>
              <a:latin typeface="Swis721 Cn BT" panose="020B0506020202030204" pitchFamily="34" charset="0"/>
            </a:endParaRPr>
          </a:p>
        </p:txBody>
      </p:sp>
      <p:sp>
        <p:nvSpPr>
          <p:cNvPr id="37" name="CuadroTexto 36"/>
          <p:cNvSpPr txBox="1"/>
          <p:nvPr/>
        </p:nvSpPr>
        <p:spPr>
          <a:xfrm rot="16200000">
            <a:off x="-2247184" y="1589490"/>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BORRÉ TEXTO FLFOTANTE</a:t>
            </a:r>
            <a:endParaRPr lang="es-CL" sz="1600" spc="300" dirty="0">
              <a:solidFill>
                <a:schemeClr val="accent4"/>
              </a:solidFill>
              <a:latin typeface="Swis721 Cn BT" panose="020B0506020202030204" pitchFamily="34" charset="0"/>
            </a:endParaRPr>
          </a:p>
        </p:txBody>
      </p:sp>
      <p:sp>
        <p:nvSpPr>
          <p:cNvPr id="38" name="CuadroTexto 37"/>
          <p:cNvSpPr txBox="1"/>
          <p:nvPr/>
        </p:nvSpPr>
        <p:spPr>
          <a:xfrm rot="16200000">
            <a:off x="-2920139" y="1483029"/>
            <a:ext cx="3755140" cy="584775"/>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35163543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14"/>
          <p:cNvSpPr txBox="1"/>
          <p:nvPr/>
        </p:nvSpPr>
        <p:spPr>
          <a:xfrm>
            <a:off x="1021477" y="749775"/>
            <a:ext cx="5313202" cy="733534"/>
          </a:xfrm>
          <a:prstGeom prst="rect">
            <a:avLst/>
          </a:prstGeom>
          <a:noFill/>
        </p:spPr>
        <p:txBody>
          <a:bodyPr wrap="square" rtlCol="0">
            <a:spAutoFit/>
          </a:bodyPr>
          <a:lstStyle>
            <a:defPPr>
              <a:defRPr lang="es-CL"/>
            </a:defPPr>
            <a:lvl1pPr>
              <a:lnSpc>
                <a:spcPts val="3200"/>
              </a:lnSpc>
              <a:defRPr sz="2800" b="1">
                <a:latin typeface="Swis721 Cn BT" panose="020B0506020202030204" pitchFamily="34" charset="0"/>
              </a:defRPr>
            </a:lvl1pPr>
          </a:lstStyle>
          <a:p>
            <a:pPr>
              <a:lnSpc>
                <a:spcPts val="5000"/>
              </a:lnSpc>
            </a:pPr>
            <a:r>
              <a:rPr lang="es-ES" sz="4400" dirty="0" smtClean="0"/>
              <a:t>SAMSA ERA VIAJANTE</a:t>
            </a:r>
            <a:endParaRPr lang="es-CL" sz="4400" dirty="0"/>
          </a:p>
        </p:txBody>
      </p:sp>
      <p:sp>
        <p:nvSpPr>
          <p:cNvPr id="16" name="CuadroTexto 15"/>
          <p:cNvSpPr txBox="1"/>
          <p:nvPr/>
        </p:nvSpPr>
        <p:spPr>
          <a:xfrm>
            <a:off x="1021477" y="3245856"/>
            <a:ext cx="1963392" cy="964367"/>
          </a:xfrm>
          <a:prstGeom prst="rect">
            <a:avLst/>
          </a:prstGeom>
          <a:noFill/>
        </p:spPr>
        <p:txBody>
          <a:bodyPr wrap="square" rtlCol="0">
            <a:spAutoFit/>
          </a:bodyPr>
          <a:lstStyle/>
          <a:p>
            <a:pPr>
              <a:lnSpc>
                <a:spcPts val="1700"/>
              </a:lnSpc>
            </a:pPr>
            <a:r>
              <a:rPr lang="es-ES" sz="1200" b="1" dirty="0">
                <a:latin typeface="Swis721 Cn BT" panose="020B0506020202030204" pitchFamily="34" charset="0"/>
              </a:rPr>
              <a:t>Estaba echado de espaldas sobre un duro caparazón y, al </a:t>
            </a:r>
            <a:r>
              <a:rPr lang="es-ES" sz="1200" b="1" dirty="0" smtClean="0">
                <a:latin typeface="Swis721 Cn BT" panose="020B0506020202030204" pitchFamily="34" charset="0"/>
              </a:rPr>
              <a:t>alzar la </a:t>
            </a:r>
            <a:r>
              <a:rPr lang="es-ES" sz="1200" b="1" dirty="0">
                <a:latin typeface="Swis721 Cn BT" panose="020B0506020202030204" pitchFamily="34" charset="0"/>
              </a:rPr>
              <a:t>cabeza, vio su vientre convexo y </a:t>
            </a:r>
            <a:r>
              <a:rPr lang="es-ES" sz="1200" b="1" dirty="0" smtClean="0">
                <a:latin typeface="Swis721 Cn BT" panose="020B0506020202030204" pitchFamily="34" charset="0"/>
              </a:rPr>
              <a:t>oscuro.</a:t>
            </a:r>
            <a:endParaRPr lang="es-CL" sz="1200" b="1" dirty="0">
              <a:latin typeface="Swis721 Cn BT" panose="020B0506020202030204" pitchFamily="34" charset="0"/>
            </a:endParaRPr>
          </a:p>
        </p:txBody>
      </p:sp>
      <p:sp>
        <p:nvSpPr>
          <p:cNvPr id="17" name="CuadroTexto 16"/>
          <p:cNvSpPr txBox="1"/>
          <p:nvPr/>
        </p:nvSpPr>
        <p:spPr>
          <a:xfrm>
            <a:off x="1021477" y="2120450"/>
            <a:ext cx="2161050" cy="964367"/>
          </a:xfrm>
          <a:prstGeom prst="rect">
            <a:avLst/>
          </a:prstGeom>
          <a:noFill/>
        </p:spPr>
        <p:txBody>
          <a:bodyPr wrap="square" rtlCol="0">
            <a:spAutoFit/>
          </a:bodyPr>
          <a:lstStyle/>
          <a:p>
            <a:pPr>
              <a:lnSpc>
                <a:spcPts val="1700"/>
              </a:lnSpc>
            </a:pPr>
            <a:r>
              <a:rPr lang="es-ES" sz="1200" b="1" dirty="0" smtClean="0">
                <a:latin typeface="Swis721 Cn BT" panose="020B0506020202030204" pitchFamily="34" charset="0"/>
              </a:rPr>
              <a:t>ESTABA ECHADO DE ESPALDAS SOBRE UN DURO CAPARAZÓN Y, AL ALZAR LA CABEZA, VIO SU VIENTRE CONVEXO Y OSCURO.</a:t>
            </a:r>
            <a:endParaRPr lang="es-CL" sz="1200" b="1" dirty="0">
              <a:latin typeface="Swis721 Cn BT" panose="020B0506020202030204" pitchFamily="34" charset="0"/>
            </a:endParaRPr>
          </a:p>
        </p:txBody>
      </p:sp>
      <p:sp>
        <p:nvSpPr>
          <p:cNvPr id="20" name="CuadroTexto 19"/>
          <p:cNvSpPr txBox="1"/>
          <p:nvPr/>
        </p:nvSpPr>
        <p:spPr>
          <a:xfrm>
            <a:off x="1021477" y="4841073"/>
            <a:ext cx="5074523" cy="1528624"/>
          </a:xfrm>
          <a:prstGeom prst="rect">
            <a:avLst/>
          </a:prstGeom>
          <a:noFill/>
        </p:spPr>
        <p:txBody>
          <a:bodyPr wrap="square" numCol="1" rtlCol="0">
            <a:spAutoFit/>
          </a:bodyPr>
          <a:lstStyle/>
          <a:p>
            <a:pPr algn="just">
              <a:lnSpc>
                <a:spcPts val="14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Gregorio miró hacia la ventana; estaba nublado, y sobre el cinc del alféizar repiqueteaban las gotas de lluvia, lo que le hizo sentir una gran melancolía. «Bueno -pensó-; ¿y si siguiese durmiendo un rato y me olvidase de todas estas locuras</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1" name="CuadroTexto 20"/>
          <p:cNvSpPr txBox="1"/>
          <p:nvPr/>
        </p:nvSpPr>
        <p:spPr>
          <a:xfrm>
            <a:off x="1021477" y="1923232"/>
            <a:ext cx="3286477"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(DESTACADO, TAMAÑ0 12, INT. 17 )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22" name="CuadroTexto 21"/>
          <p:cNvSpPr txBox="1"/>
          <p:nvPr/>
        </p:nvSpPr>
        <p:spPr>
          <a:xfrm>
            <a:off x="1021477" y="4607676"/>
            <a:ext cx="3598141"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(CUERPO DE TEXTO, TAMAÑ0 9, INT. 14 )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23" name="CuadroTexto 22"/>
          <p:cNvSpPr txBox="1"/>
          <p:nvPr/>
        </p:nvSpPr>
        <p:spPr>
          <a:xfrm>
            <a:off x="1021477" y="603216"/>
            <a:ext cx="3286477"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TITULAR, TAMAÑ0 44, INT. 50 )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24" name="Rectángulo 23"/>
          <p:cNvSpPr/>
          <p:nvPr/>
        </p:nvSpPr>
        <p:spPr>
          <a:xfrm>
            <a:off x="7372521" y="2688050"/>
            <a:ext cx="2976392" cy="759182"/>
          </a:xfrm>
          <a:prstGeom prst="rect">
            <a:avLst/>
          </a:prstGeom>
        </p:spPr>
        <p:txBody>
          <a:bodyPr wrap="square">
            <a:spAutoFit/>
          </a:bodyPr>
          <a:lstStyle/>
          <a:p>
            <a:pPr algn="ctr">
              <a:lnSpc>
                <a:spcPts val="2600"/>
              </a:lnSpc>
            </a:pPr>
            <a:r>
              <a:rPr lang="es-ES" sz="2000" b="1" dirty="0" smtClean="0">
                <a:latin typeface="Swis721 Cn BT" panose="020B0506020202030204" pitchFamily="34" charset="0"/>
              </a:rPr>
              <a:t>NUMEROSAS PATAS, PENOSAMENTE DELGADAS</a:t>
            </a:r>
            <a:endParaRPr lang="es-CL" sz="2000" b="1" dirty="0">
              <a:latin typeface="Swis721 Cn BT" panose="020B0506020202030204" pitchFamily="34" charset="0"/>
            </a:endParaRPr>
          </a:p>
        </p:txBody>
      </p:sp>
      <p:sp>
        <p:nvSpPr>
          <p:cNvPr id="25" name="CuadroTexto 24"/>
          <p:cNvSpPr txBox="1"/>
          <p:nvPr/>
        </p:nvSpPr>
        <p:spPr>
          <a:xfrm>
            <a:off x="7540832" y="2436081"/>
            <a:ext cx="2639770"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(CITA / FRASE, TAMAÑ0 10, INT. 12 )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28" name="CuadroTexto 27"/>
          <p:cNvSpPr txBox="1"/>
          <p:nvPr/>
        </p:nvSpPr>
        <p:spPr>
          <a:xfrm>
            <a:off x="7162961" y="749775"/>
            <a:ext cx="4262277" cy="733534"/>
          </a:xfrm>
          <a:prstGeom prst="rect">
            <a:avLst/>
          </a:prstGeom>
          <a:noFill/>
        </p:spPr>
        <p:txBody>
          <a:bodyPr wrap="square" rtlCol="0">
            <a:spAutoFit/>
          </a:bodyPr>
          <a:lstStyle>
            <a:defPPr>
              <a:defRPr lang="es-CL"/>
            </a:defPPr>
            <a:lvl1pPr>
              <a:lnSpc>
                <a:spcPts val="3200"/>
              </a:lnSpc>
              <a:defRPr sz="2800" b="1">
                <a:latin typeface="Swis721 Cn BT" panose="020B0506020202030204" pitchFamily="34" charset="0"/>
              </a:defRPr>
            </a:lvl1pPr>
          </a:lstStyle>
          <a:p>
            <a:pPr>
              <a:lnSpc>
                <a:spcPts val="5000"/>
              </a:lnSpc>
            </a:pPr>
            <a:r>
              <a:rPr lang="es-ES" sz="4400" b="0" dirty="0" err="1" smtClean="0"/>
              <a:t>Samsa</a:t>
            </a:r>
            <a:r>
              <a:rPr lang="es-ES" sz="4400" b="0" dirty="0" smtClean="0"/>
              <a:t> era viajante</a:t>
            </a:r>
            <a:endParaRPr lang="es-CL" sz="4400" b="0" dirty="0"/>
          </a:p>
        </p:txBody>
      </p:sp>
      <p:sp>
        <p:nvSpPr>
          <p:cNvPr id="30" name="CuadroTexto 29"/>
          <p:cNvSpPr txBox="1"/>
          <p:nvPr/>
        </p:nvSpPr>
        <p:spPr>
          <a:xfrm rot="16200000">
            <a:off x="10975976" y="5641645"/>
            <a:ext cx="1831975" cy="230832"/>
          </a:xfrm>
          <a:prstGeom prst="rect">
            <a:avLst/>
          </a:prstGeom>
          <a:noFill/>
        </p:spPr>
        <p:txBody>
          <a:bodyPr wrap="square" rtlCol="0">
            <a:spAutoFit/>
          </a:bodyPr>
          <a:lstStyle/>
          <a:p>
            <a:r>
              <a:rPr lang="es-CL" sz="800" spc="300" dirty="0">
                <a:latin typeface="Swis721 Cn BT" panose="020B0506020202030204" pitchFamily="34" charset="0"/>
              </a:rPr>
              <a:t>MOBIL </a:t>
            </a:r>
            <a:r>
              <a:rPr lang="es-CL" sz="900" spc="300" dirty="0">
                <a:latin typeface="Swis721 Cn BT" panose="020B0506020202030204" pitchFamily="34" charset="0"/>
              </a:rPr>
              <a:t>ARQUITECTOS</a:t>
            </a:r>
            <a:r>
              <a:rPr lang="es-CL" sz="800" spc="300" dirty="0">
                <a:latin typeface="Swis721 Cn BT" panose="020B0506020202030204" pitchFamily="34" charset="0"/>
              </a:rPr>
              <a:t> </a:t>
            </a:r>
          </a:p>
        </p:txBody>
      </p:sp>
      <p:sp>
        <p:nvSpPr>
          <p:cNvPr id="26" name="CuadroTexto 25"/>
          <p:cNvSpPr txBox="1"/>
          <p:nvPr/>
        </p:nvSpPr>
        <p:spPr>
          <a:xfrm>
            <a:off x="7162961" y="583053"/>
            <a:ext cx="3286477"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TITULAR, TAMAÑ0 44, INT. 50 )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27" name="Rectángulo 26"/>
          <p:cNvSpPr/>
          <p:nvPr/>
        </p:nvSpPr>
        <p:spPr>
          <a:xfrm>
            <a:off x="0" y="0"/>
            <a:ext cx="76287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1" name="CuadroTexto 30"/>
          <p:cNvSpPr txBox="1"/>
          <p:nvPr/>
        </p:nvSpPr>
        <p:spPr>
          <a:xfrm rot="16200000">
            <a:off x="-1476251" y="4615116"/>
            <a:ext cx="3715380" cy="321050"/>
          </a:xfrm>
          <a:prstGeom prst="rect">
            <a:avLst/>
          </a:prstGeom>
          <a:noFill/>
        </p:spPr>
        <p:txBody>
          <a:bodyPr wrap="square" rtlCol="0">
            <a:spAutoFit/>
          </a:bodyPr>
          <a:lstStyle/>
          <a:p>
            <a:pPr>
              <a:lnSpc>
                <a:spcPts val="2000"/>
              </a:lnSpc>
            </a:pPr>
            <a:r>
              <a:rPr lang="es-ES" sz="1200" dirty="0" smtClean="0">
                <a:latin typeface="Swis721 Cn BT" panose="020B0506020202030204" pitchFamily="34" charset="0"/>
              </a:rPr>
              <a:t>Swis721 </a:t>
            </a:r>
            <a:r>
              <a:rPr lang="es-ES" sz="1200" dirty="0" err="1" smtClean="0">
                <a:latin typeface="Swis721 Cn BT" panose="020B0506020202030204" pitchFamily="34" charset="0"/>
              </a:rPr>
              <a:t>Cn</a:t>
            </a:r>
            <a:r>
              <a:rPr lang="es-ES" sz="1200" dirty="0">
                <a:latin typeface="Swis721 Cn BT" panose="020B0506020202030204" pitchFamily="34" charset="0"/>
              </a:rPr>
              <a:t> BT   /  </a:t>
            </a:r>
            <a:r>
              <a:rPr lang="es-ES" sz="1200" dirty="0" smtClean="0">
                <a:latin typeface="Swis721 Cn BT" panose="020B0506020202030204" pitchFamily="34" charset="0"/>
              </a:rPr>
              <a:t>Arial </a:t>
            </a:r>
            <a:r>
              <a:rPr lang="es-ES" sz="1200" dirty="0" smtClean="0">
                <a:solidFill>
                  <a:srgbClr val="006BFF"/>
                </a:solidFill>
                <a:latin typeface="Swis721 Cn BT" panose="020B0506020202030204" pitchFamily="34" charset="0"/>
              </a:rPr>
              <a:t>( SÓLO CUERPO DE TEXTO)</a:t>
            </a:r>
            <a:endParaRPr lang="es-CL" sz="1200" dirty="0">
              <a:solidFill>
                <a:srgbClr val="006BFF"/>
              </a:solidFill>
              <a:latin typeface="Swis721 Cn BT" panose="020B0506020202030204" pitchFamily="34" charset="0"/>
            </a:endParaRPr>
          </a:p>
        </p:txBody>
      </p:sp>
      <p:sp>
        <p:nvSpPr>
          <p:cNvPr id="33" name="CuadroTexto 32"/>
          <p:cNvSpPr txBox="1"/>
          <p:nvPr/>
        </p:nvSpPr>
        <p:spPr>
          <a:xfrm>
            <a:off x="7435551" y="4486963"/>
            <a:ext cx="1831975" cy="220573"/>
          </a:xfrm>
          <a:prstGeom prst="rect">
            <a:avLst/>
          </a:prstGeom>
          <a:noFill/>
        </p:spPr>
        <p:txBody>
          <a:bodyPr wrap="square" rtlCol="0">
            <a:spAutoFit/>
          </a:bodyPr>
          <a:lstStyle/>
          <a:p>
            <a:pPr>
              <a:lnSpc>
                <a:spcPts val="1000"/>
              </a:lnSpc>
            </a:pPr>
            <a:r>
              <a:rPr lang="es-CL" sz="800" spc="300" dirty="0">
                <a:solidFill>
                  <a:schemeClr val="bg1">
                    <a:lumMod val="50000"/>
                  </a:schemeClr>
                </a:solidFill>
                <a:latin typeface="Swis721 Cn BT" panose="020B0506020202030204" pitchFamily="34" charset="0"/>
              </a:rPr>
              <a:t>MOBIL </a:t>
            </a:r>
            <a:r>
              <a:rPr lang="es-CL" sz="900" spc="300" dirty="0">
                <a:solidFill>
                  <a:schemeClr val="bg1">
                    <a:lumMod val="50000"/>
                  </a:schemeClr>
                </a:solidFill>
                <a:latin typeface="Swis721 Cn BT" panose="020B0506020202030204" pitchFamily="34" charset="0"/>
              </a:rPr>
              <a:t>ARQUITECTOS</a:t>
            </a:r>
            <a:r>
              <a:rPr lang="es-CL" sz="800" spc="300" dirty="0">
                <a:solidFill>
                  <a:schemeClr val="bg1">
                    <a:lumMod val="50000"/>
                  </a:schemeClr>
                </a:solidFill>
                <a:latin typeface="Swis721 Cn BT" panose="020B0506020202030204" pitchFamily="34" charset="0"/>
              </a:rPr>
              <a:t> </a:t>
            </a:r>
          </a:p>
        </p:txBody>
      </p:sp>
      <p:sp>
        <p:nvSpPr>
          <p:cNvPr id="18" name="CuadroTexto 17"/>
          <p:cNvSpPr txBox="1"/>
          <p:nvPr/>
        </p:nvSpPr>
        <p:spPr>
          <a:xfrm>
            <a:off x="7417853" y="4253566"/>
            <a:ext cx="3699345" cy="233397"/>
          </a:xfrm>
          <a:prstGeom prst="rect">
            <a:avLst/>
          </a:prstGeom>
          <a:noFill/>
        </p:spPr>
        <p:txBody>
          <a:bodyPr wrap="square" rtlCol="0">
            <a:spAutoFit/>
          </a:bodyPr>
          <a:lstStyle/>
          <a:p>
            <a:pPr>
              <a:lnSpc>
                <a:spcPts val="1100"/>
              </a:lnSpc>
            </a:pPr>
            <a:r>
              <a:rPr lang="es-CL" sz="1100" dirty="0" smtClean="0">
                <a:solidFill>
                  <a:schemeClr val="accent1">
                    <a:lumMod val="40000"/>
                    <a:lumOff val="60000"/>
                  </a:schemeClr>
                </a:solidFill>
                <a:latin typeface="Arial" panose="020B0604020202020204" pitchFamily="34" charset="0"/>
                <a:cs typeface="Arial" panose="020B0604020202020204" pitchFamily="34" charset="0"/>
              </a:rPr>
              <a:t>(TITULO/TITULAR, TAMAÑ0 9, INT. 12 - Separado )</a:t>
            </a:r>
            <a:endParaRPr lang="es-CL" sz="1100" dirty="0">
              <a:solidFill>
                <a:schemeClr val="accent1">
                  <a:lumMod val="40000"/>
                  <a:lumOff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14724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upo 15"/>
          <p:cNvGrpSpPr/>
          <p:nvPr/>
        </p:nvGrpSpPr>
        <p:grpSpPr>
          <a:xfrm>
            <a:off x="5517916" y="2728976"/>
            <a:ext cx="1229194" cy="1385994"/>
            <a:chOff x="6941952" y="2371297"/>
            <a:chExt cx="1229194" cy="1385994"/>
          </a:xfrm>
        </p:grpSpPr>
        <p:sp>
          <p:nvSpPr>
            <p:cNvPr id="17" name="CuadroTexto 16"/>
            <p:cNvSpPr txBox="1"/>
            <p:nvPr/>
          </p:nvSpPr>
          <p:spPr>
            <a:xfrm>
              <a:off x="6941952" y="3254589"/>
              <a:ext cx="1229194" cy="502702"/>
            </a:xfrm>
            <a:prstGeom prst="rect">
              <a:avLst/>
            </a:prstGeom>
            <a:noFill/>
          </p:spPr>
          <p:txBody>
            <a:bodyPr wrap="square" rtlCol="0">
              <a:spAutoFit/>
            </a:bodyPr>
            <a:lstStyle/>
            <a:p>
              <a:pPr>
                <a:lnSpc>
                  <a:spcPts val="3200"/>
                </a:lnSpc>
              </a:pPr>
              <a:r>
                <a:rPr lang="es-ES" sz="2000" b="1" dirty="0" smtClean="0">
                  <a:latin typeface="Swis721 Cn BT" panose="020B0506020202030204" pitchFamily="34" charset="0"/>
                </a:rPr>
                <a:t>COLORES</a:t>
              </a:r>
              <a:endParaRPr lang="es-CL" sz="2000" b="1" dirty="0">
                <a:latin typeface="Swis721 Cn BT" panose="020B0506020202030204" pitchFamily="34" charset="0"/>
              </a:endParaRPr>
            </a:p>
          </p:txBody>
        </p:sp>
        <p:pic>
          <p:nvPicPr>
            <p:cNvPr id="18" name="Imagen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0024" y="2371297"/>
              <a:ext cx="700024" cy="700024"/>
            </a:xfrm>
            <a:prstGeom prst="rect">
              <a:avLst/>
            </a:prstGeom>
          </p:spPr>
        </p:pic>
      </p:grpSp>
    </p:spTree>
    <p:extLst>
      <p:ext uri="{BB962C8B-B14F-4D97-AF65-F5344CB8AC3E}">
        <p14:creationId xmlns:p14="http://schemas.microsoft.com/office/powerpoint/2010/main" val="16956914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Grupo 83"/>
          <p:cNvGrpSpPr/>
          <p:nvPr/>
        </p:nvGrpSpPr>
        <p:grpSpPr>
          <a:xfrm>
            <a:off x="411250" y="4771317"/>
            <a:ext cx="11188933" cy="1248730"/>
            <a:chOff x="379053" y="853220"/>
            <a:chExt cx="11188933" cy="1248730"/>
          </a:xfrm>
        </p:grpSpPr>
        <p:grpSp>
          <p:nvGrpSpPr>
            <p:cNvPr id="81" name="Grupo 80"/>
            <p:cNvGrpSpPr/>
            <p:nvPr/>
          </p:nvGrpSpPr>
          <p:grpSpPr>
            <a:xfrm>
              <a:off x="379053" y="853220"/>
              <a:ext cx="11188933" cy="1248730"/>
              <a:chOff x="379053" y="853220"/>
              <a:chExt cx="11188933" cy="1248730"/>
            </a:xfrm>
          </p:grpSpPr>
          <p:grpSp>
            <p:nvGrpSpPr>
              <p:cNvPr id="74" name="Grupo 73"/>
              <p:cNvGrpSpPr/>
              <p:nvPr/>
            </p:nvGrpSpPr>
            <p:grpSpPr>
              <a:xfrm>
                <a:off x="379053" y="923541"/>
                <a:ext cx="11188933" cy="1178409"/>
                <a:chOff x="76263" y="4702507"/>
                <a:chExt cx="12507633" cy="1186325"/>
              </a:xfrm>
            </p:grpSpPr>
            <p:pic>
              <p:nvPicPr>
                <p:cNvPr id="75" name="Imagen 74"/>
                <p:cNvPicPr>
                  <a:picLocks noChangeAspect="1"/>
                </p:cNvPicPr>
                <p:nvPr/>
              </p:nvPicPr>
              <p:blipFill>
                <a:blip r:embed="rId2"/>
                <a:stretch>
                  <a:fillRect/>
                </a:stretch>
              </p:blipFill>
              <p:spPr>
                <a:xfrm>
                  <a:off x="3777076" y="4702507"/>
                  <a:ext cx="8806820" cy="1186325"/>
                </a:xfrm>
                <a:prstGeom prst="rect">
                  <a:avLst/>
                </a:prstGeom>
              </p:spPr>
            </p:pic>
            <p:pic>
              <p:nvPicPr>
                <p:cNvPr id="76" name="Imagen 75"/>
                <p:cNvPicPr>
                  <a:picLocks noChangeAspect="1"/>
                </p:cNvPicPr>
                <p:nvPr/>
              </p:nvPicPr>
              <p:blipFill rotWithShape="1">
                <a:blip r:embed="rId3"/>
                <a:srcRect t="7014" r="733"/>
                <a:stretch/>
              </p:blipFill>
              <p:spPr>
                <a:xfrm>
                  <a:off x="76263" y="4727119"/>
                  <a:ext cx="9034507" cy="1132368"/>
                </a:xfrm>
                <a:prstGeom prst="rect">
                  <a:avLst/>
                </a:prstGeom>
              </p:spPr>
            </p:pic>
          </p:grpSp>
          <p:sp>
            <p:nvSpPr>
              <p:cNvPr id="80" name="Rectángulo 79"/>
              <p:cNvSpPr/>
              <p:nvPr/>
            </p:nvSpPr>
            <p:spPr>
              <a:xfrm>
                <a:off x="379053" y="853220"/>
                <a:ext cx="11188933" cy="1192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83" name="Rectángulo 82"/>
            <p:cNvSpPr/>
            <p:nvPr/>
          </p:nvSpPr>
          <p:spPr>
            <a:xfrm flipV="1">
              <a:off x="379053" y="1750775"/>
              <a:ext cx="11188933"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66" name="Rectángulo 65"/>
          <p:cNvSpPr/>
          <p:nvPr/>
        </p:nvSpPr>
        <p:spPr>
          <a:xfrm flipV="1">
            <a:off x="6360459" y="2156980"/>
            <a:ext cx="971549" cy="1276351"/>
          </a:xfrm>
          <a:prstGeom prst="rect">
            <a:avLst/>
          </a:prstGeom>
          <a:solidFill>
            <a:srgbClr val="025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7" name="Rectángulo 66"/>
          <p:cNvSpPr/>
          <p:nvPr/>
        </p:nvSpPr>
        <p:spPr>
          <a:xfrm flipV="1">
            <a:off x="3515658" y="2156980"/>
            <a:ext cx="1871664" cy="1276347"/>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8" name="Rectángulo 67"/>
          <p:cNvSpPr/>
          <p:nvPr/>
        </p:nvSpPr>
        <p:spPr>
          <a:xfrm flipV="1">
            <a:off x="5387322" y="2156980"/>
            <a:ext cx="973137" cy="1276351"/>
          </a:xfrm>
          <a:prstGeom prst="rect">
            <a:avLst/>
          </a:prstGeom>
          <a:solidFill>
            <a:srgbClr val="016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9" name="Rectángulo 68"/>
          <p:cNvSpPr/>
          <p:nvPr/>
        </p:nvSpPr>
        <p:spPr>
          <a:xfrm flipV="1">
            <a:off x="2488545" y="2156981"/>
            <a:ext cx="1042988" cy="1276350"/>
          </a:xfrm>
          <a:prstGeom prst="rect">
            <a:avLst/>
          </a:prstGeom>
          <a:solidFill>
            <a:srgbClr val="0377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p>
        </p:txBody>
      </p:sp>
      <p:sp>
        <p:nvSpPr>
          <p:cNvPr id="71" name="Rectángulo 70"/>
          <p:cNvSpPr/>
          <p:nvPr/>
        </p:nvSpPr>
        <p:spPr>
          <a:xfrm flipV="1">
            <a:off x="7332008" y="2156980"/>
            <a:ext cx="973137" cy="1276351"/>
          </a:xfrm>
          <a:prstGeom prst="rect">
            <a:avLst/>
          </a:prstGeom>
          <a:solidFill>
            <a:srgbClr val="024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2" name="Rectángulo 71"/>
          <p:cNvSpPr/>
          <p:nvPr/>
        </p:nvSpPr>
        <p:spPr>
          <a:xfrm flipV="1">
            <a:off x="1515408" y="2156981"/>
            <a:ext cx="973137" cy="1276350"/>
          </a:xfrm>
          <a:prstGeom prst="rect">
            <a:avLst/>
          </a:prstGeom>
          <a:solidFill>
            <a:srgbClr val="258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3" name="Rectángulo 72"/>
          <p:cNvSpPr/>
          <p:nvPr/>
        </p:nvSpPr>
        <p:spPr>
          <a:xfrm flipV="1">
            <a:off x="543859" y="2156981"/>
            <a:ext cx="971549" cy="1276350"/>
          </a:xfrm>
          <a:prstGeom prst="rect">
            <a:avLst/>
          </a:prstGeom>
          <a:solidFill>
            <a:srgbClr val="479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78" name="Imagen 7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0800000">
            <a:off x="4210061" y="3433327"/>
            <a:ext cx="284420" cy="284420"/>
          </a:xfrm>
          <a:prstGeom prst="rect">
            <a:avLst/>
          </a:prstGeom>
        </p:spPr>
      </p:pic>
      <p:pic>
        <p:nvPicPr>
          <p:cNvPr id="87" name="Imagen 8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0800000">
            <a:off x="5383502" y="5982706"/>
            <a:ext cx="284420" cy="284420"/>
          </a:xfrm>
          <a:prstGeom prst="rect">
            <a:avLst/>
          </a:prstGeom>
        </p:spPr>
      </p:pic>
      <p:sp>
        <p:nvSpPr>
          <p:cNvPr id="2" name="CuadroTexto 1"/>
          <p:cNvSpPr txBox="1"/>
          <p:nvPr/>
        </p:nvSpPr>
        <p:spPr>
          <a:xfrm rot="16200000">
            <a:off x="6110447" y="-1272544"/>
            <a:ext cx="470000" cy="11603176"/>
          </a:xfrm>
          <a:prstGeom prst="rect">
            <a:avLst/>
          </a:prstGeom>
          <a:noFill/>
        </p:spPr>
        <p:txBody>
          <a:bodyPr wrap="none" rtlCol="0">
            <a:spAutoFit/>
          </a:bodyPr>
          <a:lstStyle/>
          <a:p>
            <a:r>
              <a:rPr lang="es-CL" sz="4400" dirty="0" smtClean="0">
                <a:solidFill>
                  <a:srgbClr val="479AFF"/>
                </a:solidFill>
              </a:rPr>
              <a:t>1</a:t>
            </a:r>
          </a:p>
          <a:p>
            <a:endParaRPr lang="es-CL" sz="4400" dirty="0" smtClean="0">
              <a:solidFill>
                <a:srgbClr val="2588FF"/>
              </a:solidFill>
            </a:endParaRPr>
          </a:p>
          <a:p>
            <a:r>
              <a:rPr lang="es-CL" sz="4400" dirty="0" smtClean="0">
                <a:solidFill>
                  <a:srgbClr val="2588FF"/>
                </a:solidFill>
              </a:rPr>
              <a:t>2</a:t>
            </a:r>
          </a:p>
          <a:p>
            <a:endParaRPr lang="es-CL" sz="4400" dirty="0" smtClean="0">
              <a:solidFill>
                <a:srgbClr val="0377FF"/>
              </a:solidFill>
            </a:endParaRPr>
          </a:p>
          <a:p>
            <a:endParaRPr lang="es-CL" sz="4400" dirty="0">
              <a:solidFill>
                <a:srgbClr val="0377FF"/>
              </a:solidFill>
            </a:endParaRPr>
          </a:p>
          <a:p>
            <a:r>
              <a:rPr lang="es-CL" sz="4400" dirty="0" smtClean="0">
                <a:solidFill>
                  <a:srgbClr val="0377FF"/>
                </a:solidFill>
              </a:rPr>
              <a:t>3</a:t>
            </a:r>
          </a:p>
          <a:p>
            <a:endParaRPr lang="es-CL" sz="4400" dirty="0" smtClean="0">
              <a:solidFill>
                <a:srgbClr val="006BFF"/>
              </a:solidFill>
            </a:endParaRPr>
          </a:p>
          <a:p>
            <a:endParaRPr lang="es-CL" sz="4400" dirty="0">
              <a:solidFill>
                <a:srgbClr val="006BFF"/>
              </a:solidFill>
            </a:endParaRPr>
          </a:p>
          <a:p>
            <a:r>
              <a:rPr lang="es-CL" sz="4400" dirty="0" smtClean="0">
                <a:solidFill>
                  <a:srgbClr val="006BFF"/>
                </a:solidFill>
              </a:rPr>
              <a:t>4</a:t>
            </a:r>
          </a:p>
          <a:p>
            <a:endParaRPr lang="es-CL" sz="4400" dirty="0" smtClean="0">
              <a:solidFill>
                <a:srgbClr val="0161E9"/>
              </a:solidFill>
            </a:endParaRPr>
          </a:p>
          <a:p>
            <a:r>
              <a:rPr lang="es-CL" sz="4400" dirty="0" smtClean="0">
                <a:solidFill>
                  <a:srgbClr val="0161E9"/>
                </a:solidFill>
              </a:rPr>
              <a:t>5</a:t>
            </a:r>
          </a:p>
          <a:p>
            <a:endParaRPr lang="es-CL" sz="4400" dirty="0" smtClean="0">
              <a:solidFill>
                <a:srgbClr val="025BD9"/>
              </a:solidFill>
            </a:endParaRPr>
          </a:p>
          <a:p>
            <a:endParaRPr lang="es-CL" sz="4400" dirty="0">
              <a:solidFill>
                <a:srgbClr val="025BD9"/>
              </a:solidFill>
            </a:endParaRPr>
          </a:p>
          <a:p>
            <a:r>
              <a:rPr lang="es-CL" sz="4400" dirty="0" smtClean="0">
                <a:solidFill>
                  <a:srgbClr val="025BD9"/>
                </a:solidFill>
              </a:rPr>
              <a:t>6</a:t>
            </a:r>
          </a:p>
          <a:p>
            <a:endParaRPr lang="es-CL" sz="4400" dirty="0" smtClean="0">
              <a:solidFill>
                <a:srgbClr val="024EBE"/>
              </a:solidFill>
            </a:endParaRPr>
          </a:p>
          <a:p>
            <a:r>
              <a:rPr lang="es-CL" sz="4400" dirty="0" smtClean="0">
                <a:solidFill>
                  <a:srgbClr val="024EBE"/>
                </a:solidFill>
              </a:rPr>
              <a:t>7</a:t>
            </a:r>
          </a:p>
          <a:p>
            <a:endParaRPr lang="es-CL" sz="4400" dirty="0"/>
          </a:p>
        </p:txBody>
      </p:sp>
      <p:pic>
        <p:nvPicPr>
          <p:cNvPr id="3" name="Imagen 2"/>
          <p:cNvPicPr>
            <a:picLocks noChangeAspect="1"/>
          </p:cNvPicPr>
          <p:nvPr/>
        </p:nvPicPr>
        <p:blipFill>
          <a:blip r:embed="rId5"/>
          <a:stretch>
            <a:fillRect/>
          </a:stretch>
        </p:blipFill>
        <p:spPr>
          <a:xfrm>
            <a:off x="2633801" y="1269762"/>
            <a:ext cx="752475" cy="809625"/>
          </a:xfrm>
          <a:prstGeom prst="rect">
            <a:avLst/>
          </a:prstGeom>
        </p:spPr>
      </p:pic>
      <p:pic>
        <p:nvPicPr>
          <p:cNvPr id="4" name="Imagen 3"/>
          <p:cNvPicPr>
            <a:picLocks noChangeAspect="1"/>
          </p:cNvPicPr>
          <p:nvPr/>
        </p:nvPicPr>
        <p:blipFill>
          <a:blip r:embed="rId6"/>
          <a:stretch>
            <a:fillRect/>
          </a:stretch>
        </p:blipFill>
        <p:spPr>
          <a:xfrm>
            <a:off x="4122877" y="1287506"/>
            <a:ext cx="657225" cy="857250"/>
          </a:xfrm>
          <a:prstGeom prst="rect">
            <a:avLst/>
          </a:prstGeom>
        </p:spPr>
      </p:pic>
      <p:pic>
        <p:nvPicPr>
          <p:cNvPr id="5" name="Imagen 4"/>
          <p:cNvPicPr>
            <a:picLocks noChangeAspect="1"/>
          </p:cNvPicPr>
          <p:nvPr/>
        </p:nvPicPr>
        <p:blipFill>
          <a:blip r:embed="rId7"/>
          <a:stretch>
            <a:fillRect/>
          </a:stretch>
        </p:blipFill>
        <p:spPr>
          <a:xfrm>
            <a:off x="5409878" y="1299730"/>
            <a:ext cx="714375" cy="857250"/>
          </a:xfrm>
          <a:prstGeom prst="rect">
            <a:avLst/>
          </a:prstGeom>
        </p:spPr>
      </p:pic>
      <p:pic>
        <p:nvPicPr>
          <p:cNvPr id="6" name="Imagen 5"/>
          <p:cNvPicPr>
            <a:picLocks noChangeAspect="1"/>
          </p:cNvPicPr>
          <p:nvPr/>
        </p:nvPicPr>
        <p:blipFill>
          <a:blip r:embed="rId8"/>
          <a:stretch>
            <a:fillRect/>
          </a:stretch>
        </p:blipFill>
        <p:spPr>
          <a:xfrm>
            <a:off x="6522383" y="1231661"/>
            <a:ext cx="647700" cy="885825"/>
          </a:xfrm>
          <a:prstGeom prst="rect">
            <a:avLst/>
          </a:prstGeom>
        </p:spPr>
      </p:pic>
      <p:pic>
        <p:nvPicPr>
          <p:cNvPr id="7" name="Imagen 6"/>
          <p:cNvPicPr>
            <a:picLocks noChangeAspect="1"/>
          </p:cNvPicPr>
          <p:nvPr/>
        </p:nvPicPr>
        <p:blipFill>
          <a:blip r:embed="rId9"/>
          <a:stretch>
            <a:fillRect/>
          </a:stretch>
        </p:blipFill>
        <p:spPr>
          <a:xfrm>
            <a:off x="7499488" y="1280920"/>
            <a:ext cx="638175" cy="828675"/>
          </a:xfrm>
          <a:prstGeom prst="rect">
            <a:avLst/>
          </a:prstGeom>
        </p:spPr>
      </p:pic>
      <p:pic>
        <p:nvPicPr>
          <p:cNvPr id="8" name="Imagen 7"/>
          <p:cNvPicPr>
            <a:picLocks noChangeAspect="1"/>
          </p:cNvPicPr>
          <p:nvPr/>
        </p:nvPicPr>
        <p:blipFill>
          <a:blip r:embed="rId10"/>
          <a:stretch>
            <a:fillRect/>
          </a:stretch>
        </p:blipFill>
        <p:spPr>
          <a:xfrm>
            <a:off x="1713846" y="1231661"/>
            <a:ext cx="666750" cy="838200"/>
          </a:xfrm>
          <a:prstGeom prst="rect">
            <a:avLst/>
          </a:prstGeom>
        </p:spPr>
      </p:pic>
      <p:pic>
        <p:nvPicPr>
          <p:cNvPr id="9" name="Imagen 8"/>
          <p:cNvPicPr>
            <a:picLocks noChangeAspect="1"/>
          </p:cNvPicPr>
          <p:nvPr/>
        </p:nvPicPr>
        <p:blipFill>
          <a:blip r:embed="rId11"/>
          <a:stretch>
            <a:fillRect/>
          </a:stretch>
        </p:blipFill>
        <p:spPr>
          <a:xfrm>
            <a:off x="677372" y="1229766"/>
            <a:ext cx="666750" cy="809625"/>
          </a:xfrm>
          <a:prstGeom prst="rect">
            <a:avLst/>
          </a:prstGeom>
        </p:spPr>
      </p:pic>
    </p:spTree>
    <p:extLst>
      <p:ext uri="{BB962C8B-B14F-4D97-AF65-F5344CB8AC3E}">
        <p14:creationId xmlns:p14="http://schemas.microsoft.com/office/powerpoint/2010/main" val="28118188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ángulo 65"/>
          <p:cNvSpPr/>
          <p:nvPr/>
        </p:nvSpPr>
        <p:spPr>
          <a:xfrm flipV="1">
            <a:off x="8005762" y="2152653"/>
            <a:ext cx="971549" cy="1276351"/>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8" name="Rectángulo 67"/>
          <p:cNvSpPr/>
          <p:nvPr/>
        </p:nvSpPr>
        <p:spPr>
          <a:xfrm flipV="1">
            <a:off x="7032625" y="2152653"/>
            <a:ext cx="973137" cy="1276351"/>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9" name="Rectángulo 68"/>
          <p:cNvSpPr/>
          <p:nvPr/>
        </p:nvSpPr>
        <p:spPr>
          <a:xfrm flipV="1">
            <a:off x="6059487" y="2152653"/>
            <a:ext cx="973137" cy="12763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a:p>
        </p:txBody>
      </p:sp>
      <p:sp>
        <p:nvSpPr>
          <p:cNvPr id="71" name="Rectángulo 70"/>
          <p:cNvSpPr/>
          <p:nvPr/>
        </p:nvSpPr>
        <p:spPr>
          <a:xfrm flipV="1">
            <a:off x="8977311" y="2152653"/>
            <a:ext cx="973137" cy="127635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85" name="Imagen 84"/>
          <p:cNvPicPr>
            <a:picLocks noChangeAspect="1"/>
          </p:cNvPicPr>
          <p:nvPr/>
        </p:nvPicPr>
        <p:blipFill>
          <a:blip r:embed="rId2"/>
          <a:stretch>
            <a:fillRect/>
          </a:stretch>
        </p:blipFill>
        <p:spPr>
          <a:xfrm>
            <a:off x="3553596" y="4051775"/>
            <a:ext cx="6396852" cy="1079121"/>
          </a:xfrm>
          <a:prstGeom prst="rect">
            <a:avLst/>
          </a:prstGeom>
        </p:spPr>
      </p:pic>
    </p:spTree>
    <p:extLst>
      <p:ext uri="{BB962C8B-B14F-4D97-AF65-F5344CB8AC3E}">
        <p14:creationId xmlns:p14="http://schemas.microsoft.com/office/powerpoint/2010/main" val="33825422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p:cNvGrpSpPr/>
          <p:nvPr/>
        </p:nvGrpSpPr>
        <p:grpSpPr>
          <a:xfrm>
            <a:off x="5714249" y="2667381"/>
            <a:ext cx="1014077" cy="1330837"/>
            <a:chOff x="8971749" y="2411585"/>
            <a:chExt cx="1014077" cy="1330837"/>
          </a:xfrm>
        </p:grpSpPr>
        <p:sp>
          <p:nvSpPr>
            <p:cNvPr id="6" name="CuadroTexto 5"/>
            <p:cNvSpPr txBox="1"/>
            <p:nvPr/>
          </p:nvSpPr>
          <p:spPr>
            <a:xfrm>
              <a:off x="8971749" y="3281590"/>
              <a:ext cx="1014077" cy="460832"/>
            </a:xfrm>
            <a:prstGeom prst="rect">
              <a:avLst/>
            </a:prstGeom>
            <a:noFill/>
          </p:spPr>
          <p:txBody>
            <a:bodyPr wrap="square" rtlCol="0">
              <a:spAutoFit/>
            </a:bodyPr>
            <a:lstStyle/>
            <a:p>
              <a:pPr>
                <a:lnSpc>
                  <a:spcPts val="3200"/>
                </a:lnSpc>
              </a:pPr>
              <a:r>
                <a:rPr lang="es-ES" sz="2000" b="1" dirty="0" smtClean="0">
                  <a:latin typeface="Swis721 Cn BT" panose="020B0506020202030204" pitchFamily="34" charset="0"/>
                </a:rPr>
                <a:t>ICONOS</a:t>
              </a:r>
              <a:endParaRPr lang="es-CL" sz="2000" b="1" dirty="0">
                <a:latin typeface="Swis721 Cn BT" panose="020B0506020202030204" pitchFamily="34" charset="0"/>
              </a:endParaRPr>
            </a:p>
          </p:txBody>
        </p:sp>
        <p:pic>
          <p:nvPicPr>
            <p:cNvPr id="7" name="Imagen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7492" y="2411585"/>
              <a:ext cx="692016" cy="692016"/>
            </a:xfrm>
            <a:prstGeom prst="rect">
              <a:avLst/>
            </a:prstGeom>
          </p:spPr>
        </p:pic>
      </p:grpSp>
    </p:spTree>
    <p:extLst>
      <p:ext uri="{BB962C8B-B14F-4D97-AF65-F5344CB8AC3E}">
        <p14:creationId xmlns:p14="http://schemas.microsoft.com/office/powerpoint/2010/main" val="18723656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273176" y="2061594"/>
            <a:ext cx="900113" cy="291939"/>
          </a:xfrm>
          <a:prstGeom prst="rect">
            <a:avLst/>
          </a:prstGeom>
          <a:noFill/>
        </p:spPr>
        <p:txBody>
          <a:bodyPr wrap="square" rtlCol="0">
            <a:spAutoFit/>
          </a:bodyPr>
          <a:lstStyle>
            <a:defPPr>
              <a:defRPr lang="es-CL"/>
            </a:defPPr>
            <a:lvl1pPr>
              <a:lnSpc>
                <a:spcPts val="1700"/>
              </a:lnSpc>
              <a:defRPr sz="1200">
                <a:latin typeface="Swis721 Cn BT" panose="020B0506020202030204" pitchFamily="34" charset="0"/>
              </a:defRPr>
            </a:lvl1pPr>
          </a:lstStyle>
          <a:p>
            <a:r>
              <a:rPr lang="es-CL" dirty="0"/>
              <a:t>( 0,4 cm)</a:t>
            </a:r>
          </a:p>
        </p:txBody>
      </p:sp>
      <p:sp>
        <p:nvSpPr>
          <p:cNvPr id="5" name="CuadroTexto 4"/>
          <p:cNvSpPr txBox="1"/>
          <p:nvPr/>
        </p:nvSpPr>
        <p:spPr>
          <a:xfrm>
            <a:off x="1273175" y="1481842"/>
            <a:ext cx="900113" cy="291939"/>
          </a:xfrm>
          <a:prstGeom prst="rect">
            <a:avLst/>
          </a:prstGeom>
          <a:noFill/>
        </p:spPr>
        <p:txBody>
          <a:bodyPr wrap="square" rtlCol="0">
            <a:spAutoFit/>
          </a:bodyPr>
          <a:lstStyle>
            <a:defPPr>
              <a:defRPr lang="es-CL"/>
            </a:defPPr>
            <a:lvl1pPr>
              <a:lnSpc>
                <a:spcPts val="1700"/>
              </a:lnSpc>
              <a:defRPr sz="1200">
                <a:latin typeface="Swis721 Cn BT" panose="020B0506020202030204" pitchFamily="34" charset="0"/>
              </a:defRPr>
            </a:lvl1pPr>
          </a:lstStyle>
          <a:p>
            <a:r>
              <a:rPr lang="es-CL" dirty="0"/>
              <a:t>( 0,1 cm)</a:t>
            </a:r>
          </a:p>
        </p:txBody>
      </p:sp>
      <p:sp>
        <p:nvSpPr>
          <p:cNvPr id="7" name="CuadroTexto 6"/>
          <p:cNvSpPr txBox="1"/>
          <p:nvPr/>
        </p:nvSpPr>
        <p:spPr>
          <a:xfrm>
            <a:off x="1308101" y="2659583"/>
            <a:ext cx="900113" cy="310341"/>
          </a:xfrm>
          <a:prstGeom prst="rect">
            <a:avLst/>
          </a:prstGeom>
          <a:noFill/>
        </p:spPr>
        <p:txBody>
          <a:bodyPr wrap="square" rtlCol="0">
            <a:spAutoFit/>
          </a:bodyPr>
          <a:lstStyle>
            <a:defPPr>
              <a:defRPr lang="es-CL"/>
            </a:defPPr>
            <a:lvl1pPr>
              <a:lnSpc>
                <a:spcPts val="1700"/>
              </a:lnSpc>
              <a:defRPr sz="1200">
                <a:latin typeface="Swis721 Cn BT" panose="020B0506020202030204" pitchFamily="34" charset="0"/>
              </a:defRPr>
            </a:lvl1pPr>
          </a:lstStyle>
          <a:p>
            <a:r>
              <a:rPr lang="es-CL" dirty="0"/>
              <a:t>( </a:t>
            </a:r>
            <a:r>
              <a:rPr lang="es-CL" dirty="0" smtClean="0"/>
              <a:t>0,8 </a:t>
            </a:r>
            <a:r>
              <a:rPr lang="es-CL" dirty="0"/>
              <a:t>cm)</a:t>
            </a:r>
          </a:p>
        </p:txBody>
      </p:sp>
      <p:sp>
        <p:nvSpPr>
          <p:cNvPr id="8" name="CuadroTexto 7"/>
          <p:cNvSpPr txBox="1"/>
          <p:nvPr/>
        </p:nvSpPr>
        <p:spPr>
          <a:xfrm rot="16200000">
            <a:off x="-554853" y="5639122"/>
            <a:ext cx="1831975" cy="215444"/>
          </a:xfrm>
          <a:prstGeom prst="rect">
            <a:avLst/>
          </a:prstGeom>
          <a:noFill/>
        </p:spPr>
        <p:txBody>
          <a:bodyPr wrap="square" rtlCol="0">
            <a:spAutoFit/>
          </a:bodyPr>
          <a:lstStyle/>
          <a:p>
            <a:r>
              <a:rPr lang="es-CL" sz="800" spc="300" dirty="0" smtClean="0">
                <a:latin typeface="Swis721 Cn BT" panose="020B0506020202030204" pitchFamily="34" charset="0"/>
              </a:rPr>
              <a:t>ELEMENTOS DE APOYO</a:t>
            </a:r>
            <a:endParaRPr lang="es-CL" sz="800" spc="300" dirty="0">
              <a:latin typeface="Swis721 Cn BT" panose="020B0506020202030204" pitchFamily="34" charset="0"/>
            </a:endParaRPr>
          </a:p>
        </p:txBody>
      </p:sp>
      <p:cxnSp>
        <p:nvCxnSpPr>
          <p:cNvPr id="10" name="Conector recto 9"/>
          <p:cNvCxnSpPr/>
          <p:nvPr/>
        </p:nvCxnSpPr>
        <p:spPr>
          <a:xfrm>
            <a:off x="1330961" y="1824294"/>
            <a:ext cx="143394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a:off x="1330961" y="2468830"/>
            <a:ext cx="1433945" cy="0"/>
          </a:xfrm>
          <a:prstGeom prst="line">
            <a:avLst/>
          </a:prstGeom>
          <a:ln w="152400"/>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a:xfrm>
            <a:off x="1330961" y="3113366"/>
            <a:ext cx="1433945" cy="0"/>
          </a:xfrm>
          <a:prstGeom prst="line">
            <a:avLst/>
          </a:prstGeom>
          <a:ln w="304800"/>
        </p:spPr>
        <p:style>
          <a:lnRef idx="1">
            <a:schemeClr val="accent1"/>
          </a:lnRef>
          <a:fillRef idx="0">
            <a:schemeClr val="accent1"/>
          </a:fillRef>
          <a:effectRef idx="0">
            <a:schemeClr val="accent1"/>
          </a:effectRef>
          <a:fontRef idx="minor">
            <a:schemeClr val="tx1"/>
          </a:fontRef>
        </p:style>
      </p:cxnSp>
      <p:sp>
        <p:nvSpPr>
          <p:cNvPr id="14" name="CuadroTexto 13"/>
          <p:cNvSpPr txBox="1"/>
          <p:nvPr/>
        </p:nvSpPr>
        <p:spPr>
          <a:xfrm rot="16200000">
            <a:off x="-2247184" y="1589490"/>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TRANSFORMÉ EN LÍNEAS</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40042810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5028239" y="3062233"/>
            <a:ext cx="2720594" cy="733534"/>
          </a:xfrm>
          <a:prstGeom prst="rect">
            <a:avLst/>
          </a:prstGeom>
          <a:noFill/>
        </p:spPr>
        <p:txBody>
          <a:bodyPr wrap="square" rtlCol="0">
            <a:spAutoFit/>
          </a:bodyPr>
          <a:lstStyle/>
          <a:p>
            <a:pPr>
              <a:lnSpc>
                <a:spcPts val="5000"/>
              </a:lnSpc>
            </a:pPr>
            <a:r>
              <a:rPr lang="es-ES" sz="4400" b="1" dirty="0" smtClean="0">
                <a:solidFill>
                  <a:srgbClr val="006BFF"/>
                </a:solidFill>
                <a:latin typeface="Swis721 Cn BT" panose="020B0506020202030204" pitchFamily="34" charset="0"/>
              </a:rPr>
              <a:t>EJEMPLOS</a:t>
            </a:r>
            <a:endParaRPr lang="es-CL" sz="4400" b="1" dirty="0">
              <a:solidFill>
                <a:srgbClr val="006BFF"/>
              </a:solidFill>
              <a:latin typeface="Swis721 Cn BT" panose="020B0506020202030204" pitchFamily="34" charset="0"/>
            </a:endParaRPr>
          </a:p>
        </p:txBody>
      </p:sp>
    </p:spTree>
    <p:extLst>
      <p:ext uri="{BB962C8B-B14F-4D97-AF65-F5344CB8AC3E}">
        <p14:creationId xmlns:p14="http://schemas.microsoft.com/office/powerpoint/2010/main" val="40225636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243138" y="6706063"/>
            <a:ext cx="1873250" cy="144000"/>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solidFill>
                <a:srgbClr val="006BFF"/>
              </a:solidFill>
            </a:endParaRPr>
          </a:p>
        </p:txBody>
      </p:sp>
      <p:sp>
        <p:nvSpPr>
          <p:cNvPr id="4" name="CuadroTexto 3"/>
          <p:cNvSpPr txBox="1"/>
          <p:nvPr/>
        </p:nvSpPr>
        <p:spPr>
          <a:xfrm rot="16200000">
            <a:off x="-615949" y="5604307"/>
            <a:ext cx="1831975" cy="230832"/>
          </a:xfrm>
          <a:prstGeom prst="rect">
            <a:avLst/>
          </a:prstGeom>
          <a:noFill/>
        </p:spPr>
        <p:txBody>
          <a:bodyPr wrap="square" rtlCol="0">
            <a:spAutoFit/>
          </a:bodyPr>
          <a:lstStyle/>
          <a:p>
            <a:r>
              <a:rPr lang="es-CL" sz="800" spc="300" dirty="0">
                <a:solidFill>
                  <a:srgbClr val="006BFF"/>
                </a:solidFill>
                <a:latin typeface="Swis721 Cn BT" panose="020B0506020202030204" pitchFamily="34" charset="0"/>
              </a:rPr>
              <a:t>MOBIL </a:t>
            </a:r>
            <a:r>
              <a:rPr lang="es-CL" sz="900" spc="300" dirty="0">
                <a:solidFill>
                  <a:srgbClr val="006BFF"/>
                </a:solidFill>
                <a:latin typeface="Swis721 Cn BT" panose="020B0506020202030204" pitchFamily="34" charset="0"/>
              </a:rPr>
              <a:t>ARQUITECTOS</a:t>
            </a:r>
            <a:r>
              <a:rPr lang="es-CL" sz="800" spc="300" dirty="0">
                <a:solidFill>
                  <a:srgbClr val="006BFF"/>
                </a:solidFill>
                <a:latin typeface="Swis721 Cn BT" panose="020B0506020202030204" pitchFamily="34" charset="0"/>
              </a:rPr>
              <a:t> </a:t>
            </a:r>
          </a:p>
        </p:txBody>
      </p:sp>
      <p:sp>
        <p:nvSpPr>
          <p:cNvPr id="5" name="CuadroTexto 4"/>
          <p:cNvSpPr txBox="1"/>
          <p:nvPr/>
        </p:nvSpPr>
        <p:spPr>
          <a:xfrm>
            <a:off x="1870870" y="2741632"/>
            <a:ext cx="6904830" cy="1374735"/>
          </a:xfrm>
          <a:prstGeom prst="rect">
            <a:avLst/>
          </a:prstGeom>
          <a:noFill/>
        </p:spPr>
        <p:txBody>
          <a:bodyPr wrap="square" rtlCol="0">
            <a:spAutoFit/>
          </a:bodyPr>
          <a:lstStyle/>
          <a:p>
            <a:pPr>
              <a:lnSpc>
                <a:spcPts val="5000"/>
              </a:lnSpc>
            </a:pPr>
            <a:r>
              <a:rPr lang="es-ES" sz="4400" dirty="0" smtClean="0">
                <a:latin typeface="Swis721 Cn BT" panose="020B0506020202030204" pitchFamily="34" charset="0"/>
              </a:rPr>
              <a:t>Hol</a:t>
            </a:r>
            <a:r>
              <a:rPr lang="es-ES" sz="4400" spc="300" dirty="0" smtClean="0">
                <a:latin typeface="Swis721 Cn BT" panose="020B0506020202030204" pitchFamily="34" charset="0"/>
              </a:rPr>
              <a:t>a!</a:t>
            </a:r>
          </a:p>
          <a:p>
            <a:pPr>
              <a:lnSpc>
                <a:spcPts val="5000"/>
              </a:lnSpc>
            </a:pPr>
            <a:r>
              <a:rPr lang="es-ES" sz="4400" dirty="0" smtClean="0">
                <a:latin typeface="Swis721 Cn BT" panose="020B0506020202030204" pitchFamily="34" charset="0"/>
              </a:rPr>
              <a:t>Somos</a:t>
            </a:r>
            <a:r>
              <a:rPr lang="es-ES" sz="4400" dirty="0" smtClean="0">
                <a:solidFill>
                  <a:schemeClr val="bg1"/>
                </a:solidFill>
                <a:latin typeface="Swis721 Cn BT" panose="020B0506020202030204" pitchFamily="34" charset="0"/>
              </a:rPr>
              <a:t> </a:t>
            </a:r>
            <a:r>
              <a:rPr lang="es-ES" sz="4400" dirty="0" err="1" smtClean="0">
                <a:solidFill>
                  <a:srgbClr val="006BFF"/>
                </a:solidFill>
                <a:latin typeface="Swis721 Cn BT" panose="020B0506020202030204" pitchFamily="34" charset="0"/>
              </a:rPr>
              <a:t>Mobil</a:t>
            </a:r>
            <a:r>
              <a:rPr lang="es-ES" sz="4400" dirty="0" smtClean="0">
                <a:latin typeface="Swis721 Cn BT" panose="020B0506020202030204" pitchFamily="34" charset="0"/>
              </a:rPr>
              <a:t> Arquitectos</a:t>
            </a:r>
            <a:endParaRPr lang="es-CL" sz="4400" dirty="0">
              <a:latin typeface="Swis721 Cn BT" panose="020B0506020202030204" pitchFamily="34" charset="0"/>
            </a:endParaRPr>
          </a:p>
        </p:txBody>
      </p:sp>
    </p:spTree>
    <p:extLst>
      <p:ext uri="{BB962C8B-B14F-4D97-AF65-F5344CB8AC3E}">
        <p14:creationId xmlns:p14="http://schemas.microsoft.com/office/powerpoint/2010/main" val="28501917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Conector recto 37"/>
          <p:cNvCxnSpPr/>
          <p:nvPr/>
        </p:nvCxnSpPr>
        <p:spPr>
          <a:xfrm flipH="1" flipV="1">
            <a:off x="4132799" y="2300756"/>
            <a:ext cx="7493" cy="352732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CuadroTexto 10"/>
          <p:cNvSpPr txBox="1"/>
          <p:nvPr/>
        </p:nvSpPr>
        <p:spPr>
          <a:xfrm rot="16200000">
            <a:off x="-615949" y="5604307"/>
            <a:ext cx="1831975" cy="230832"/>
          </a:xfrm>
          <a:prstGeom prst="rect">
            <a:avLst/>
          </a:prstGeom>
          <a:noFill/>
        </p:spPr>
        <p:txBody>
          <a:bodyPr wrap="square" rtlCol="0">
            <a:spAutoFit/>
          </a:bodyPr>
          <a:lstStyle/>
          <a:p>
            <a:r>
              <a:rPr lang="es-CL" sz="800" spc="300" dirty="0">
                <a:solidFill>
                  <a:srgbClr val="006BFF"/>
                </a:solidFill>
                <a:latin typeface="Swis721 Cn BT" panose="020B0506020202030204" pitchFamily="34" charset="0"/>
              </a:rPr>
              <a:t>MOBIL </a:t>
            </a:r>
            <a:r>
              <a:rPr lang="es-CL" sz="900" spc="300" dirty="0">
                <a:solidFill>
                  <a:srgbClr val="006BFF"/>
                </a:solidFill>
                <a:latin typeface="Swis721 Cn BT" panose="020B0506020202030204" pitchFamily="34" charset="0"/>
              </a:rPr>
              <a:t>ARQUITECTOS</a:t>
            </a:r>
            <a:r>
              <a:rPr lang="es-CL" sz="800" spc="300" dirty="0">
                <a:solidFill>
                  <a:srgbClr val="006BFF"/>
                </a:solidFill>
                <a:latin typeface="Swis721 Cn BT" panose="020B0506020202030204" pitchFamily="34" charset="0"/>
              </a:rPr>
              <a:t> </a:t>
            </a:r>
          </a:p>
        </p:txBody>
      </p:sp>
      <p:sp>
        <p:nvSpPr>
          <p:cNvPr id="19" name="Rectángulo 18"/>
          <p:cNvSpPr/>
          <p:nvPr/>
        </p:nvSpPr>
        <p:spPr>
          <a:xfrm>
            <a:off x="2171700" y="5783096"/>
            <a:ext cx="10020300" cy="306388"/>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31" name="Grupo 30"/>
          <p:cNvGrpSpPr/>
          <p:nvPr/>
        </p:nvGrpSpPr>
        <p:grpSpPr>
          <a:xfrm>
            <a:off x="2087880" y="3173726"/>
            <a:ext cx="1794510" cy="1720033"/>
            <a:chOff x="1105143" y="3105630"/>
            <a:chExt cx="1889517" cy="1720033"/>
          </a:xfrm>
        </p:grpSpPr>
        <p:sp>
          <p:nvSpPr>
            <p:cNvPr id="28" name="CuadroTexto 27"/>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29" name="CuadroTexto 28"/>
            <p:cNvSpPr txBox="1"/>
            <p:nvPr/>
          </p:nvSpPr>
          <p:spPr>
            <a:xfrm>
              <a:off x="1304132" y="3810000"/>
              <a:ext cx="1690528" cy="1015663"/>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p:txBody>
        </p:sp>
        <p:sp>
          <p:nvSpPr>
            <p:cNvPr id="30" name="CuadroTexto 29"/>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sp>
        <p:nvSpPr>
          <p:cNvPr id="52" name="CuadroTexto 51"/>
          <p:cNvSpPr txBox="1"/>
          <p:nvPr/>
        </p:nvSpPr>
        <p:spPr>
          <a:xfrm>
            <a:off x="766763" y="687809"/>
            <a:ext cx="2260764" cy="733534"/>
          </a:xfrm>
          <a:prstGeom prst="rect">
            <a:avLst/>
          </a:prstGeom>
          <a:noFill/>
        </p:spPr>
        <p:txBody>
          <a:bodyPr wrap="square" rtlCol="0">
            <a:spAutoFit/>
          </a:bodyPr>
          <a:lstStyle/>
          <a:p>
            <a:pPr>
              <a:lnSpc>
                <a:spcPts val="5000"/>
              </a:lnSpc>
            </a:pPr>
            <a:r>
              <a:rPr lang="es-ES" sz="4400" b="1" dirty="0" smtClean="0">
                <a:latin typeface="Swis721 Cn BT" panose="020B0506020202030204" pitchFamily="34" charset="0"/>
              </a:rPr>
              <a:t>PLAZOS</a:t>
            </a:r>
            <a:endParaRPr lang="es-CL" sz="4400" b="1" dirty="0">
              <a:latin typeface="Swis721 Cn BT" panose="020B0506020202030204" pitchFamily="34" charset="0"/>
            </a:endParaRPr>
          </a:p>
        </p:txBody>
      </p:sp>
      <p:sp>
        <p:nvSpPr>
          <p:cNvPr id="53" name="CuadroTexto 52"/>
          <p:cNvSpPr txBox="1"/>
          <p:nvPr/>
        </p:nvSpPr>
        <p:spPr>
          <a:xfrm>
            <a:off x="802764" y="1263903"/>
            <a:ext cx="1404936" cy="215444"/>
          </a:xfrm>
          <a:prstGeom prst="rect">
            <a:avLst/>
          </a:prstGeom>
          <a:noFill/>
        </p:spPr>
        <p:txBody>
          <a:bodyPr wrap="square" rtlCol="0">
            <a:spAutoFit/>
          </a:bodyPr>
          <a:lstStyle/>
          <a:p>
            <a:r>
              <a:rPr lang="es-CL" sz="800" spc="300" dirty="0" smtClean="0">
                <a:solidFill>
                  <a:schemeClr val="bg1">
                    <a:lumMod val="50000"/>
                  </a:schemeClr>
                </a:solidFill>
                <a:latin typeface="Swis721 Cn BT" panose="020B0506020202030204" pitchFamily="34" charset="0"/>
              </a:rPr>
              <a:t>CARTA GANTT</a:t>
            </a:r>
            <a:endParaRPr lang="es-CL" sz="800" spc="300" dirty="0">
              <a:solidFill>
                <a:schemeClr val="bg1">
                  <a:lumMod val="50000"/>
                </a:schemeClr>
              </a:solidFill>
              <a:latin typeface="Swis721 Cn BT" panose="020B0506020202030204" pitchFamily="34" charset="0"/>
            </a:endParaRPr>
          </a:p>
        </p:txBody>
      </p:sp>
      <p:grpSp>
        <p:nvGrpSpPr>
          <p:cNvPr id="60" name="Grupo 59"/>
          <p:cNvGrpSpPr/>
          <p:nvPr/>
        </p:nvGrpSpPr>
        <p:grpSpPr>
          <a:xfrm>
            <a:off x="5924988" y="3188033"/>
            <a:ext cx="1794510" cy="1720033"/>
            <a:chOff x="1105143" y="3105630"/>
            <a:chExt cx="1889517" cy="1720033"/>
          </a:xfrm>
        </p:grpSpPr>
        <p:sp>
          <p:nvSpPr>
            <p:cNvPr id="61" name="CuadroTexto 60"/>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62" name="CuadroTexto 61"/>
            <p:cNvSpPr txBox="1"/>
            <p:nvPr/>
          </p:nvSpPr>
          <p:spPr>
            <a:xfrm>
              <a:off x="1304132" y="3810000"/>
              <a:ext cx="1690528" cy="1015663"/>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p:txBody>
        </p:sp>
        <p:sp>
          <p:nvSpPr>
            <p:cNvPr id="63" name="CuadroTexto 62"/>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grpSp>
        <p:nvGrpSpPr>
          <p:cNvPr id="72" name="Grupo 71"/>
          <p:cNvGrpSpPr/>
          <p:nvPr/>
        </p:nvGrpSpPr>
        <p:grpSpPr>
          <a:xfrm>
            <a:off x="4016064" y="1706929"/>
            <a:ext cx="1794510" cy="2938892"/>
            <a:chOff x="1105143" y="3105630"/>
            <a:chExt cx="1889517" cy="2938892"/>
          </a:xfrm>
        </p:grpSpPr>
        <p:sp>
          <p:nvSpPr>
            <p:cNvPr id="73" name="CuadroTexto 72"/>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74" name="CuadroTexto 73"/>
            <p:cNvSpPr txBox="1"/>
            <p:nvPr/>
          </p:nvSpPr>
          <p:spPr>
            <a:xfrm>
              <a:off x="1304132" y="3810000"/>
              <a:ext cx="1690528" cy="2234522"/>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p>
            <a:p>
              <a:pPr>
                <a:lnSpc>
                  <a:spcPts val="1200"/>
                </a:lnSpc>
              </a:pPr>
              <a:endParaRPr lang="es-ES" sz="800" dirty="0">
                <a:solidFill>
                  <a:schemeClr val="bg1">
                    <a:lumMod val="65000"/>
                  </a:schemeClr>
                </a:solidFill>
              </a:endParaRPr>
            </a:p>
            <a:p>
              <a:pPr>
                <a:lnSpc>
                  <a:spcPts val="1200"/>
                </a:lnSpc>
              </a:pPr>
              <a:r>
                <a:rPr lang="es-ES" sz="800" dirty="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a:p>
              <a:pPr>
                <a:lnSpc>
                  <a:spcPts val="1200"/>
                </a:lnSpc>
              </a:pPr>
              <a:endParaRPr lang="es-CL" sz="800" dirty="0">
                <a:solidFill>
                  <a:schemeClr val="bg1">
                    <a:lumMod val="65000"/>
                  </a:schemeClr>
                </a:solidFill>
              </a:endParaRPr>
            </a:p>
          </p:txBody>
        </p:sp>
        <p:sp>
          <p:nvSpPr>
            <p:cNvPr id="75" name="CuadroTexto 74"/>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grpSp>
        <p:nvGrpSpPr>
          <p:cNvPr id="76" name="Grupo 75"/>
          <p:cNvGrpSpPr/>
          <p:nvPr/>
        </p:nvGrpSpPr>
        <p:grpSpPr>
          <a:xfrm>
            <a:off x="9856908" y="3188033"/>
            <a:ext cx="1794510" cy="1720033"/>
            <a:chOff x="1105143" y="3105630"/>
            <a:chExt cx="1889517" cy="1720033"/>
          </a:xfrm>
        </p:grpSpPr>
        <p:sp>
          <p:nvSpPr>
            <p:cNvPr id="77" name="CuadroTexto 76"/>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78" name="CuadroTexto 77"/>
            <p:cNvSpPr txBox="1"/>
            <p:nvPr/>
          </p:nvSpPr>
          <p:spPr>
            <a:xfrm>
              <a:off x="1304132" y="3810000"/>
              <a:ext cx="1690528" cy="1015663"/>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p:txBody>
        </p:sp>
        <p:sp>
          <p:nvSpPr>
            <p:cNvPr id="79" name="CuadroTexto 78"/>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grpSp>
        <p:nvGrpSpPr>
          <p:cNvPr id="80" name="Grupo 79"/>
          <p:cNvGrpSpPr/>
          <p:nvPr/>
        </p:nvGrpSpPr>
        <p:grpSpPr>
          <a:xfrm>
            <a:off x="8058588" y="3340433"/>
            <a:ext cx="1794510" cy="1720033"/>
            <a:chOff x="1105143" y="3105630"/>
            <a:chExt cx="1889517" cy="1720033"/>
          </a:xfrm>
        </p:grpSpPr>
        <p:sp>
          <p:nvSpPr>
            <p:cNvPr id="81" name="CuadroTexto 80"/>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82" name="CuadroTexto 81"/>
            <p:cNvSpPr txBox="1"/>
            <p:nvPr/>
          </p:nvSpPr>
          <p:spPr>
            <a:xfrm>
              <a:off x="1304132" y="3810000"/>
              <a:ext cx="1690528" cy="1015663"/>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p:txBody>
        </p:sp>
        <p:sp>
          <p:nvSpPr>
            <p:cNvPr id="83" name="CuadroTexto 82"/>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sp>
        <p:nvSpPr>
          <p:cNvPr id="32" name="CuadroTexto 31"/>
          <p:cNvSpPr txBox="1"/>
          <p:nvPr/>
        </p:nvSpPr>
        <p:spPr>
          <a:xfrm rot="16200000">
            <a:off x="-2247184" y="1589490"/>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TRANSFORMÉ EN LÍNEAS</a:t>
            </a:r>
            <a:endParaRPr lang="es-CL" sz="1600" spc="300" dirty="0">
              <a:solidFill>
                <a:schemeClr val="accent4"/>
              </a:solidFill>
              <a:latin typeface="Swis721 Cn BT" panose="020B0506020202030204" pitchFamily="34" charset="0"/>
            </a:endParaRPr>
          </a:p>
        </p:txBody>
      </p:sp>
      <p:cxnSp>
        <p:nvCxnSpPr>
          <p:cNvPr id="33" name="Conector recto 32"/>
          <p:cNvCxnSpPr/>
          <p:nvPr/>
        </p:nvCxnSpPr>
        <p:spPr>
          <a:xfrm flipV="1">
            <a:off x="8023444" y="3878096"/>
            <a:ext cx="0" cy="1905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Conector recto 36"/>
          <p:cNvCxnSpPr/>
          <p:nvPr/>
        </p:nvCxnSpPr>
        <p:spPr>
          <a:xfrm flipV="1">
            <a:off x="9967935" y="3878096"/>
            <a:ext cx="0" cy="1905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Conector recto 38"/>
          <p:cNvCxnSpPr/>
          <p:nvPr/>
        </p:nvCxnSpPr>
        <p:spPr>
          <a:xfrm flipV="1">
            <a:off x="6084783" y="3878096"/>
            <a:ext cx="0" cy="1905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Conector recto 40"/>
          <p:cNvCxnSpPr/>
          <p:nvPr/>
        </p:nvCxnSpPr>
        <p:spPr>
          <a:xfrm flipV="1">
            <a:off x="2196483" y="3878096"/>
            <a:ext cx="0" cy="19050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2" name="CuadroTexto 41"/>
          <p:cNvSpPr txBox="1"/>
          <p:nvPr/>
        </p:nvSpPr>
        <p:spPr>
          <a:xfrm rot="16200000">
            <a:off x="-2645290" y="1606139"/>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DEBE SER MISMA RIPOGRAFÍA?</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30105551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p:cNvSpPr/>
          <p:nvPr/>
        </p:nvSpPr>
        <p:spPr>
          <a:xfrm>
            <a:off x="0" y="5783096"/>
            <a:ext cx="9048750" cy="306388"/>
          </a:xfrm>
          <a:prstGeom prst="rect">
            <a:avLst/>
          </a:prstGeom>
          <a:solidFill>
            <a:srgbClr val="006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31" name="Grupo 30"/>
          <p:cNvGrpSpPr/>
          <p:nvPr/>
        </p:nvGrpSpPr>
        <p:grpSpPr>
          <a:xfrm>
            <a:off x="1115255" y="3173726"/>
            <a:ext cx="1794510" cy="1720033"/>
            <a:chOff x="1105143" y="3105630"/>
            <a:chExt cx="1889517" cy="1720033"/>
          </a:xfrm>
        </p:grpSpPr>
        <p:sp>
          <p:nvSpPr>
            <p:cNvPr id="28" name="CuadroTexto 27"/>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29" name="CuadroTexto 28"/>
            <p:cNvSpPr txBox="1"/>
            <p:nvPr/>
          </p:nvSpPr>
          <p:spPr>
            <a:xfrm>
              <a:off x="1304132" y="3810000"/>
              <a:ext cx="1690528" cy="1015663"/>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p:txBody>
        </p:sp>
        <p:sp>
          <p:nvSpPr>
            <p:cNvPr id="30" name="CuadroTexto 29"/>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grpSp>
        <p:nvGrpSpPr>
          <p:cNvPr id="60" name="Grupo 59"/>
          <p:cNvGrpSpPr/>
          <p:nvPr/>
        </p:nvGrpSpPr>
        <p:grpSpPr>
          <a:xfrm>
            <a:off x="4952363" y="3188033"/>
            <a:ext cx="1794510" cy="1720033"/>
            <a:chOff x="1105143" y="3105630"/>
            <a:chExt cx="1889517" cy="1720033"/>
          </a:xfrm>
        </p:grpSpPr>
        <p:sp>
          <p:nvSpPr>
            <p:cNvPr id="61" name="CuadroTexto 60"/>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62" name="CuadroTexto 61"/>
            <p:cNvSpPr txBox="1"/>
            <p:nvPr/>
          </p:nvSpPr>
          <p:spPr>
            <a:xfrm>
              <a:off x="1304132" y="3810000"/>
              <a:ext cx="1690528" cy="1015663"/>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p:txBody>
        </p:sp>
        <p:sp>
          <p:nvSpPr>
            <p:cNvPr id="63" name="CuadroTexto 62"/>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grpSp>
        <p:nvGrpSpPr>
          <p:cNvPr id="72" name="Grupo 71"/>
          <p:cNvGrpSpPr/>
          <p:nvPr/>
        </p:nvGrpSpPr>
        <p:grpSpPr>
          <a:xfrm>
            <a:off x="3043439" y="1706929"/>
            <a:ext cx="1794510" cy="2938892"/>
            <a:chOff x="1105143" y="3105630"/>
            <a:chExt cx="1889517" cy="2938892"/>
          </a:xfrm>
        </p:grpSpPr>
        <p:sp>
          <p:nvSpPr>
            <p:cNvPr id="73" name="CuadroTexto 72"/>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74" name="CuadroTexto 73"/>
            <p:cNvSpPr txBox="1"/>
            <p:nvPr/>
          </p:nvSpPr>
          <p:spPr>
            <a:xfrm>
              <a:off x="1304132" y="3810000"/>
              <a:ext cx="1690528" cy="2234522"/>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p>
            <a:p>
              <a:pPr>
                <a:lnSpc>
                  <a:spcPts val="1200"/>
                </a:lnSpc>
              </a:pPr>
              <a:endParaRPr lang="es-ES" sz="800" dirty="0">
                <a:solidFill>
                  <a:schemeClr val="bg1">
                    <a:lumMod val="65000"/>
                  </a:schemeClr>
                </a:solidFill>
              </a:endParaRPr>
            </a:p>
            <a:p>
              <a:pPr>
                <a:lnSpc>
                  <a:spcPts val="1200"/>
                </a:lnSpc>
              </a:pPr>
              <a:r>
                <a:rPr lang="es-ES" sz="800" dirty="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a:p>
              <a:pPr>
                <a:lnSpc>
                  <a:spcPts val="1200"/>
                </a:lnSpc>
              </a:pPr>
              <a:endParaRPr lang="es-CL" sz="800" dirty="0">
                <a:solidFill>
                  <a:schemeClr val="bg1">
                    <a:lumMod val="65000"/>
                  </a:schemeClr>
                </a:solidFill>
              </a:endParaRPr>
            </a:p>
          </p:txBody>
        </p:sp>
        <p:sp>
          <p:nvSpPr>
            <p:cNvPr id="75" name="CuadroTexto 74"/>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grpSp>
        <p:nvGrpSpPr>
          <p:cNvPr id="80" name="Grupo 79"/>
          <p:cNvGrpSpPr/>
          <p:nvPr/>
        </p:nvGrpSpPr>
        <p:grpSpPr>
          <a:xfrm>
            <a:off x="7085963" y="3340433"/>
            <a:ext cx="1794510" cy="1720033"/>
            <a:chOff x="1105143" y="3105630"/>
            <a:chExt cx="1889517" cy="1720033"/>
          </a:xfrm>
        </p:grpSpPr>
        <p:sp>
          <p:nvSpPr>
            <p:cNvPr id="81" name="CuadroTexto 80"/>
            <p:cNvSpPr txBox="1"/>
            <p:nvPr/>
          </p:nvSpPr>
          <p:spPr>
            <a:xfrm>
              <a:off x="1105143" y="3318946"/>
              <a:ext cx="1817306" cy="369332"/>
            </a:xfrm>
            <a:prstGeom prst="rect">
              <a:avLst/>
            </a:prstGeom>
            <a:noFill/>
          </p:spPr>
          <p:txBody>
            <a:bodyPr wrap="square" numCol="1" rtlCol="0">
              <a:spAutoFit/>
            </a:bodyPr>
            <a:lstStyle/>
            <a:p>
              <a:pPr algn="just">
                <a:lnSpc>
                  <a:spcPct val="150000"/>
                </a:lnSpc>
              </a:pPr>
              <a:r>
                <a:rPr lang="es-CL" sz="1200" b="1" dirty="0" smtClean="0">
                  <a:latin typeface="Swis721 BT" panose="020B0504020202020204" pitchFamily="34" charset="0"/>
                </a:rPr>
                <a:t>No estaba soñando</a:t>
              </a:r>
              <a:endParaRPr lang="es-CL" sz="1200" b="1" dirty="0">
                <a:latin typeface="Swis721 BT" panose="020B0504020202020204" pitchFamily="34" charset="0"/>
              </a:endParaRPr>
            </a:p>
          </p:txBody>
        </p:sp>
        <p:sp>
          <p:nvSpPr>
            <p:cNvPr id="82" name="CuadroTexto 81"/>
            <p:cNvSpPr txBox="1"/>
            <p:nvPr/>
          </p:nvSpPr>
          <p:spPr>
            <a:xfrm>
              <a:off x="1304132" y="3810000"/>
              <a:ext cx="1690528" cy="1015663"/>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smtClean="0">
                  <a:solidFill>
                    <a:schemeClr val="bg1">
                      <a:lumMod val="65000"/>
                    </a:schemeClr>
                  </a:solidFill>
                </a:rPr>
                <a:t>Su habitación, una habitación normal, aunque muy pequeña, tenía el aspecto habitual. Sobre la mesa había desparramado un muestrario de paños -</a:t>
              </a:r>
              <a:endParaRPr lang="es-CL" sz="800" dirty="0">
                <a:solidFill>
                  <a:schemeClr val="bg1">
                    <a:lumMod val="65000"/>
                  </a:schemeClr>
                </a:solidFill>
              </a:endParaRPr>
            </a:p>
          </p:txBody>
        </p:sp>
        <p:sp>
          <p:nvSpPr>
            <p:cNvPr id="83" name="CuadroTexto 82"/>
            <p:cNvSpPr txBox="1"/>
            <p:nvPr/>
          </p:nvSpPr>
          <p:spPr>
            <a:xfrm>
              <a:off x="1105143" y="3105630"/>
              <a:ext cx="1652586" cy="336439"/>
            </a:xfrm>
            <a:prstGeom prst="rect">
              <a:avLst/>
            </a:prstGeom>
            <a:noFill/>
          </p:spPr>
          <p:txBody>
            <a:bodyPr wrap="square" numCol="1" rtlCol="0">
              <a:spAutoFit/>
            </a:bodyPr>
            <a:lstStyle/>
            <a:p>
              <a:pPr algn="just">
                <a:lnSpc>
                  <a:spcPct val="150000"/>
                </a:lnSpc>
              </a:pPr>
              <a:r>
                <a:rPr lang="es-CL" sz="1200" b="1" dirty="0" smtClean="0">
                  <a:solidFill>
                    <a:srgbClr val="006BFF"/>
                  </a:solidFill>
                  <a:latin typeface="Swis721 BT" panose="020B0504020202020204" pitchFamily="34" charset="0"/>
                </a:rPr>
                <a:t>17.10</a:t>
              </a:r>
              <a:endParaRPr lang="es-CL" sz="1200" b="1" dirty="0">
                <a:solidFill>
                  <a:srgbClr val="006BFF"/>
                </a:solidFill>
                <a:latin typeface="Swis721 BT" panose="020B0504020202020204" pitchFamily="34" charset="0"/>
              </a:endParaRPr>
            </a:p>
          </p:txBody>
        </p:sp>
      </p:grpSp>
      <p:cxnSp>
        <p:nvCxnSpPr>
          <p:cNvPr id="24" name="Conector recto 23"/>
          <p:cNvCxnSpPr/>
          <p:nvPr/>
        </p:nvCxnSpPr>
        <p:spPr>
          <a:xfrm flipH="1" flipV="1">
            <a:off x="3165295" y="2300756"/>
            <a:ext cx="7493" cy="352732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Conector recto 24"/>
          <p:cNvCxnSpPr/>
          <p:nvPr/>
        </p:nvCxnSpPr>
        <p:spPr>
          <a:xfrm flipV="1">
            <a:off x="7055940" y="3878096"/>
            <a:ext cx="0" cy="1905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Conector recto 25"/>
          <p:cNvCxnSpPr/>
          <p:nvPr/>
        </p:nvCxnSpPr>
        <p:spPr>
          <a:xfrm flipV="1">
            <a:off x="5117279" y="3878096"/>
            <a:ext cx="0" cy="1905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Conector recto 26"/>
          <p:cNvCxnSpPr/>
          <p:nvPr/>
        </p:nvCxnSpPr>
        <p:spPr>
          <a:xfrm flipV="1">
            <a:off x="1228979" y="3878096"/>
            <a:ext cx="0" cy="19050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2" name="CuadroTexto 31"/>
          <p:cNvSpPr txBox="1"/>
          <p:nvPr/>
        </p:nvSpPr>
        <p:spPr>
          <a:xfrm rot="16200000">
            <a:off x="-2247184" y="1589490"/>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TRANSFORMÉ EN LÍNEAS</a:t>
            </a:r>
            <a:endParaRPr lang="es-CL" sz="1600" spc="300" dirty="0">
              <a:solidFill>
                <a:schemeClr val="accent4"/>
              </a:solidFill>
              <a:latin typeface="Swis721 Cn BT" panose="020B0506020202030204" pitchFamily="34" charset="0"/>
            </a:endParaRPr>
          </a:p>
        </p:txBody>
      </p:sp>
      <p:sp>
        <p:nvSpPr>
          <p:cNvPr id="33" name="CuadroTexto 32"/>
          <p:cNvSpPr txBox="1"/>
          <p:nvPr/>
        </p:nvSpPr>
        <p:spPr>
          <a:xfrm rot="16200000">
            <a:off x="-2645290" y="1606139"/>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DEBE SER MISMA RIPOGRAFÍA?</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39336213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rot="16200000">
            <a:off x="-615949" y="5088411"/>
            <a:ext cx="1831975" cy="230832"/>
          </a:xfrm>
          <a:prstGeom prst="rect">
            <a:avLst/>
          </a:prstGeom>
          <a:noFill/>
        </p:spPr>
        <p:txBody>
          <a:bodyPr wrap="square" rtlCol="0" anchor="ctr">
            <a:spAutoFit/>
          </a:bodyPr>
          <a:lstStyle/>
          <a:p>
            <a:r>
              <a:rPr lang="es-CL" sz="800" spc="300" dirty="0" smtClean="0">
                <a:latin typeface="Swis721 Cn BT" panose="020B0506020202030204" pitchFamily="34" charset="0"/>
              </a:rPr>
              <a:t>MOBIL </a:t>
            </a:r>
            <a:r>
              <a:rPr lang="es-CL" sz="900" spc="300" dirty="0">
                <a:latin typeface="Swis721 Cn BT" panose="020B0506020202030204" pitchFamily="34" charset="0"/>
              </a:rPr>
              <a:t>ARQUITECTOS</a:t>
            </a:r>
            <a:r>
              <a:rPr lang="es-CL" sz="800" spc="300" dirty="0">
                <a:latin typeface="Swis721 Cn BT" panose="020B0506020202030204" pitchFamily="34" charset="0"/>
              </a:rPr>
              <a:t> </a:t>
            </a:r>
          </a:p>
        </p:txBody>
      </p:sp>
      <p:sp>
        <p:nvSpPr>
          <p:cNvPr id="6" name="CuadroTexto 5"/>
          <p:cNvSpPr txBox="1"/>
          <p:nvPr/>
        </p:nvSpPr>
        <p:spPr>
          <a:xfrm>
            <a:off x="229717" y="6160927"/>
            <a:ext cx="185738" cy="276999"/>
          </a:xfrm>
          <a:prstGeom prst="rect">
            <a:avLst/>
          </a:prstGeom>
          <a:noFill/>
        </p:spPr>
        <p:txBody>
          <a:bodyPr wrap="square" rtlCol="0" anchor="ctr">
            <a:spAutoFit/>
          </a:bodyPr>
          <a:lstStyle/>
          <a:p>
            <a:pPr algn="ctr"/>
            <a:r>
              <a:rPr lang="es-CL" sz="1200" b="1" spc="300" dirty="0" smtClean="0">
                <a:solidFill>
                  <a:srgbClr val="006BFF"/>
                </a:solidFill>
                <a:latin typeface="Swis721 Cn BT" panose="020B0506020202030204" pitchFamily="34" charset="0"/>
              </a:rPr>
              <a:t>5</a:t>
            </a:r>
            <a:endParaRPr lang="es-CL" sz="1200" b="1" spc="300" dirty="0">
              <a:solidFill>
                <a:srgbClr val="006BFF"/>
              </a:solidFill>
              <a:latin typeface="Swis721 Cn BT" panose="020B0506020202030204" pitchFamily="34" charset="0"/>
            </a:endParaRPr>
          </a:p>
        </p:txBody>
      </p:sp>
      <p:pic>
        <p:nvPicPr>
          <p:cNvPr id="22" name="Marcador de posición de imagen 21"/>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rcRect l="1031" r="1031"/>
          <a:stretch>
            <a:fillRect/>
          </a:stretch>
        </p:blipFill>
        <p:spPr>
          <a:xfrm>
            <a:off x="766763" y="765175"/>
            <a:ext cx="4321175" cy="5327650"/>
          </a:xfrm>
        </p:spPr>
      </p:pic>
      <p:sp>
        <p:nvSpPr>
          <p:cNvPr id="23" name="CuadroTexto 22"/>
          <p:cNvSpPr txBox="1"/>
          <p:nvPr/>
        </p:nvSpPr>
        <p:spPr>
          <a:xfrm>
            <a:off x="6132513" y="765175"/>
            <a:ext cx="1871663" cy="230832"/>
          </a:xfrm>
          <a:prstGeom prst="rect">
            <a:avLst/>
          </a:prstGeom>
          <a:noFill/>
        </p:spPr>
        <p:txBody>
          <a:bodyPr wrap="square" rtlCol="0">
            <a:spAutoFit/>
          </a:bodyPr>
          <a:lstStyle/>
          <a:p>
            <a:r>
              <a:rPr lang="es-CL" sz="900" spc="300" dirty="0" smtClean="0">
                <a:solidFill>
                  <a:schemeClr val="bg1">
                    <a:lumMod val="50000"/>
                  </a:schemeClr>
                </a:solidFill>
                <a:latin typeface="Swis721 Cn BT" panose="020B0506020202030204" pitchFamily="34" charset="0"/>
              </a:rPr>
              <a:t>PROYECTOS</a:t>
            </a:r>
            <a:endParaRPr lang="es-CL" sz="900" spc="300" dirty="0">
              <a:solidFill>
                <a:schemeClr val="bg1">
                  <a:lumMod val="50000"/>
                </a:schemeClr>
              </a:solidFill>
              <a:latin typeface="Swis721 Cn BT" panose="020B0506020202030204" pitchFamily="34" charset="0"/>
            </a:endParaRPr>
          </a:p>
        </p:txBody>
      </p:sp>
      <p:sp>
        <p:nvSpPr>
          <p:cNvPr id="24" name="CuadroTexto 23"/>
          <p:cNvSpPr txBox="1"/>
          <p:nvPr/>
        </p:nvSpPr>
        <p:spPr>
          <a:xfrm>
            <a:off x="6132513" y="1220554"/>
            <a:ext cx="4787900"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Tree>
    <p:extLst>
      <p:ext uri="{BB962C8B-B14F-4D97-AF65-F5344CB8AC3E}">
        <p14:creationId xmlns:p14="http://schemas.microsoft.com/office/powerpoint/2010/main" val="1338890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t="7815" b="7815"/>
          <a:stretch>
            <a:fillRect/>
          </a:stretch>
        </p:blipFill>
        <p:spPr/>
      </p:pic>
      <p:sp>
        <p:nvSpPr>
          <p:cNvPr id="12" name="Rectángulo 11"/>
          <p:cNvSpPr/>
          <p:nvPr/>
        </p:nvSpPr>
        <p:spPr>
          <a:xfrm>
            <a:off x="2168879" y="-62088"/>
            <a:ext cx="10023122" cy="527808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12192000 w 12192000"/>
              <a:gd name="connsiteY2" fmla="*/ 6858000 h 6858000"/>
              <a:gd name="connsiteX3" fmla="*/ 6762045 w 12192000"/>
              <a:gd name="connsiteY3" fmla="*/ 4476044 h 6858000"/>
              <a:gd name="connsiteX4" fmla="*/ 0 w 12192000"/>
              <a:gd name="connsiteY4" fmla="*/ 0 h 6858000"/>
              <a:gd name="connsiteX0" fmla="*/ 0 w 12067822"/>
              <a:gd name="connsiteY0" fmla="*/ 0 h 6869288"/>
              <a:gd name="connsiteX1" fmla="*/ 12067822 w 12067822"/>
              <a:gd name="connsiteY1" fmla="*/ 11288 h 6869288"/>
              <a:gd name="connsiteX2" fmla="*/ 12067822 w 12067822"/>
              <a:gd name="connsiteY2" fmla="*/ 6869288 h 6869288"/>
              <a:gd name="connsiteX3" fmla="*/ 6637867 w 12067822"/>
              <a:gd name="connsiteY3" fmla="*/ 4487332 h 6869288"/>
              <a:gd name="connsiteX4" fmla="*/ 0 w 12067822"/>
              <a:gd name="connsiteY4" fmla="*/ 0 h 6869288"/>
              <a:gd name="connsiteX0" fmla="*/ 0 w 12067822"/>
              <a:gd name="connsiteY0" fmla="*/ 0 h 4995333"/>
              <a:gd name="connsiteX1" fmla="*/ 12067822 w 12067822"/>
              <a:gd name="connsiteY1" fmla="*/ 11288 h 4995333"/>
              <a:gd name="connsiteX2" fmla="*/ 12045244 w 12067822"/>
              <a:gd name="connsiteY2" fmla="*/ 4995333 h 4995333"/>
              <a:gd name="connsiteX3" fmla="*/ 6637867 w 12067822"/>
              <a:gd name="connsiteY3" fmla="*/ 4487332 h 4995333"/>
              <a:gd name="connsiteX4" fmla="*/ 0 w 12067822"/>
              <a:gd name="connsiteY4" fmla="*/ 0 h 4995333"/>
              <a:gd name="connsiteX0" fmla="*/ 0 w 12067822"/>
              <a:gd name="connsiteY0" fmla="*/ 0 h 4995333"/>
              <a:gd name="connsiteX1" fmla="*/ 12067822 w 12067822"/>
              <a:gd name="connsiteY1" fmla="*/ 11288 h 4995333"/>
              <a:gd name="connsiteX2" fmla="*/ 12045244 w 12067822"/>
              <a:gd name="connsiteY2" fmla="*/ 4995333 h 4995333"/>
              <a:gd name="connsiteX3" fmla="*/ 11390488 w 12067822"/>
              <a:gd name="connsiteY3" fmla="*/ 4944533 h 4995333"/>
              <a:gd name="connsiteX4" fmla="*/ 6637867 w 12067822"/>
              <a:gd name="connsiteY4" fmla="*/ 4487332 h 4995333"/>
              <a:gd name="connsiteX5" fmla="*/ 0 w 12067822"/>
              <a:gd name="connsiteY5" fmla="*/ 0 h 4995333"/>
              <a:gd name="connsiteX0" fmla="*/ 0 w 12067822"/>
              <a:gd name="connsiteY0" fmla="*/ 0 h 5012267"/>
              <a:gd name="connsiteX1" fmla="*/ 12067822 w 12067822"/>
              <a:gd name="connsiteY1" fmla="*/ 11288 h 5012267"/>
              <a:gd name="connsiteX2" fmla="*/ 12045244 w 12067822"/>
              <a:gd name="connsiteY2" fmla="*/ 4995333 h 5012267"/>
              <a:gd name="connsiteX3" fmla="*/ 9877777 w 12067822"/>
              <a:gd name="connsiteY3" fmla="*/ 5012267 h 5012267"/>
              <a:gd name="connsiteX4" fmla="*/ 6637867 w 12067822"/>
              <a:gd name="connsiteY4" fmla="*/ 4487332 h 5012267"/>
              <a:gd name="connsiteX5" fmla="*/ 0 w 12067822"/>
              <a:gd name="connsiteY5" fmla="*/ 0 h 5012267"/>
              <a:gd name="connsiteX0" fmla="*/ 0 w 12067822"/>
              <a:gd name="connsiteY0" fmla="*/ 0 h 4995333"/>
              <a:gd name="connsiteX1" fmla="*/ 12067822 w 12067822"/>
              <a:gd name="connsiteY1" fmla="*/ 11288 h 4995333"/>
              <a:gd name="connsiteX2" fmla="*/ 12045244 w 12067822"/>
              <a:gd name="connsiteY2" fmla="*/ 4995333 h 4995333"/>
              <a:gd name="connsiteX3" fmla="*/ 9889066 w 12067822"/>
              <a:gd name="connsiteY3" fmla="*/ 4797778 h 4995333"/>
              <a:gd name="connsiteX4" fmla="*/ 6637867 w 12067822"/>
              <a:gd name="connsiteY4" fmla="*/ 4487332 h 4995333"/>
              <a:gd name="connsiteX5" fmla="*/ 0 w 12067822"/>
              <a:gd name="connsiteY5" fmla="*/ 0 h 4995333"/>
              <a:gd name="connsiteX0" fmla="*/ 0 w 12067822"/>
              <a:gd name="connsiteY0" fmla="*/ 0 h 4995333"/>
              <a:gd name="connsiteX1" fmla="*/ 12067822 w 12067822"/>
              <a:gd name="connsiteY1" fmla="*/ 11288 h 4995333"/>
              <a:gd name="connsiteX2" fmla="*/ 12045244 w 12067822"/>
              <a:gd name="connsiteY2" fmla="*/ 4995333 h 4995333"/>
              <a:gd name="connsiteX3" fmla="*/ 10724443 w 12067822"/>
              <a:gd name="connsiteY3" fmla="*/ 4876800 h 4995333"/>
              <a:gd name="connsiteX4" fmla="*/ 9889066 w 12067822"/>
              <a:gd name="connsiteY4" fmla="*/ 4797778 h 4995333"/>
              <a:gd name="connsiteX5" fmla="*/ 6637867 w 12067822"/>
              <a:gd name="connsiteY5" fmla="*/ 4487332 h 4995333"/>
              <a:gd name="connsiteX6" fmla="*/ 0 w 12067822"/>
              <a:gd name="connsiteY6" fmla="*/ 0 h 4995333"/>
              <a:gd name="connsiteX0" fmla="*/ 0 w 12067822"/>
              <a:gd name="connsiteY0" fmla="*/ 0 h 5260622"/>
              <a:gd name="connsiteX1" fmla="*/ 12067822 w 12067822"/>
              <a:gd name="connsiteY1" fmla="*/ 11288 h 5260622"/>
              <a:gd name="connsiteX2" fmla="*/ 12045244 w 12067822"/>
              <a:gd name="connsiteY2" fmla="*/ 4995333 h 5260622"/>
              <a:gd name="connsiteX3" fmla="*/ 9866487 w 12067822"/>
              <a:gd name="connsiteY3" fmla="*/ 5260622 h 5260622"/>
              <a:gd name="connsiteX4" fmla="*/ 9889066 w 12067822"/>
              <a:gd name="connsiteY4" fmla="*/ 4797778 h 5260622"/>
              <a:gd name="connsiteX5" fmla="*/ 6637867 w 12067822"/>
              <a:gd name="connsiteY5" fmla="*/ 4487332 h 5260622"/>
              <a:gd name="connsiteX6" fmla="*/ 0 w 12067822"/>
              <a:gd name="connsiteY6" fmla="*/ 0 h 5260622"/>
              <a:gd name="connsiteX0" fmla="*/ 0 w 12067822"/>
              <a:gd name="connsiteY0" fmla="*/ 0 h 5227284"/>
              <a:gd name="connsiteX1" fmla="*/ 12067822 w 12067822"/>
              <a:gd name="connsiteY1" fmla="*/ 11288 h 5227284"/>
              <a:gd name="connsiteX2" fmla="*/ 12045244 w 12067822"/>
              <a:gd name="connsiteY2" fmla="*/ 4995333 h 5227284"/>
              <a:gd name="connsiteX3" fmla="*/ 9880774 w 12067822"/>
              <a:gd name="connsiteY3" fmla="*/ 5227284 h 5227284"/>
              <a:gd name="connsiteX4" fmla="*/ 9889066 w 12067822"/>
              <a:gd name="connsiteY4" fmla="*/ 4797778 h 5227284"/>
              <a:gd name="connsiteX5" fmla="*/ 6637867 w 12067822"/>
              <a:gd name="connsiteY5" fmla="*/ 4487332 h 5227284"/>
              <a:gd name="connsiteX6" fmla="*/ 0 w 12067822"/>
              <a:gd name="connsiteY6" fmla="*/ 0 h 5227284"/>
              <a:gd name="connsiteX0" fmla="*/ 0 w 12067822"/>
              <a:gd name="connsiteY0" fmla="*/ 0 h 5227284"/>
              <a:gd name="connsiteX1" fmla="*/ 12067822 w 12067822"/>
              <a:gd name="connsiteY1" fmla="*/ 11288 h 5227284"/>
              <a:gd name="connsiteX2" fmla="*/ 12045244 w 12067822"/>
              <a:gd name="connsiteY2" fmla="*/ 4995333 h 5227284"/>
              <a:gd name="connsiteX3" fmla="*/ 10786709 w 12067822"/>
              <a:gd name="connsiteY3" fmla="*/ 5130976 h 5227284"/>
              <a:gd name="connsiteX4" fmla="*/ 9880774 w 12067822"/>
              <a:gd name="connsiteY4" fmla="*/ 5227284 h 5227284"/>
              <a:gd name="connsiteX5" fmla="*/ 9889066 w 12067822"/>
              <a:gd name="connsiteY5" fmla="*/ 4797778 h 5227284"/>
              <a:gd name="connsiteX6" fmla="*/ 6637867 w 12067822"/>
              <a:gd name="connsiteY6" fmla="*/ 4487332 h 5227284"/>
              <a:gd name="connsiteX7" fmla="*/ 0 w 12067822"/>
              <a:gd name="connsiteY7" fmla="*/ 0 h 5227284"/>
              <a:gd name="connsiteX0" fmla="*/ 0 w 12067822"/>
              <a:gd name="connsiteY0" fmla="*/ 0 h 5227284"/>
              <a:gd name="connsiteX1" fmla="*/ 12067822 w 12067822"/>
              <a:gd name="connsiteY1" fmla="*/ 11288 h 5227284"/>
              <a:gd name="connsiteX2" fmla="*/ 12045244 w 12067822"/>
              <a:gd name="connsiteY2" fmla="*/ 4995333 h 5227284"/>
              <a:gd name="connsiteX3" fmla="*/ 10477147 w 12067822"/>
              <a:gd name="connsiteY3" fmla="*/ 5197651 h 5227284"/>
              <a:gd name="connsiteX4" fmla="*/ 9880774 w 12067822"/>
              <a:gd name="connsiteY4" fmla="*/ 5227284 h 5227284"/>
              <a:gd name="connsiteX5" fmla="*/ 9889066 w 12067822"/>
              <a:gd name="connsiteY5" fmla="*/ 4797778 h 5227284"/>
              <a:gd name="connsiteX6" fmla="*/ 6637867 w 12067822"/>
              <a:gd name="connsiteY6" fmla="*/ 4487332 h 5227284"/>
              <a:gd name="connsiteX7" fmla="*/ 0 w 12067822"/>
              <a:gd name="connsiteY7" fmla="*/ 0 h 5227284"/>
              <a:gd name="connsiteX0" fmla="*/ 0 w 12067822"/>
              <a:gd name="connsiteY0" fmla="*/ 0 h 5227284"/>
              <a:gd name="connsiteX1" fmla="*/ 12067822 w 12067822"/>
              <a:gd name="connsiteY1" fmla="*/ 11288 h 5227284"/>
              <a:gd name="connsiteX2" fmla="*/ 12045244 w 12067822"/>
              <a:gd name="connsiteY2" fmla="*/ 4995333 h 5227284"/>
              <a:gd name="connsiteX3" fmla="*/ 10281884 w 12067822"/>
              <a:gd name="connsiteY3" fmla="*/ 5159551 h 5227284"/>
              <a:gd name="connsiteX4" fmla="*/ 9880774 w 12067822"/>
              <a:gd name="connsiteY4" fmla="*/ 5227284 h 5227284"/>
              <a:gd name="connsiteX5" fmla="*/ 9889066 w 12067822"/>
              <a:gd name="connsiteY5" fmla="*/ 4797778 h 5227284"/>
              <a:gd name="connsiteX6" fmla="*/ 6637867 w 12067822"/>
              <a:gd name="connsiteY6" fmla="*/ 4487332 h 5227284"/>
              <a:gd name="connsiteX7" fmla="*/ 0 w 12067822"/>
              <a:gd name="connsiteY7" fmla="*/ 0 h 5227284"/>
              <a:gd name="connsiteX0" fmla="*/ 0 w 12067822"/>
              <a:gd name="connsiteY0" fmla="*/ 0 h 5227284"/>
              <a:gd name="connsiteX1" fmla="*/ 12067822 w 12067822"/>
              <a:gd name="connsiteY1" fmla="*/ 11288 h 5227284"/>
              <a:gd name="connsiteX2" fmla="*/ 12045244 w 12067822"/>
              <a:gd name="connsiteY2" fmla="*/ 4995333 h 5227284"/>
              <a:gd name="connsiteX3" fmla="*/ 11162946 w 12067822"/>
              <a:gd name="connsiteY3" fmla="*/ 5073826 h 5227284"/>
              <a:gd name="connsiteX4" fmla="*/ 10281884 w 12067822"/>
              <a:gd name="connsiteY4" fmla="*/ 5159551 h 5227284"/>
              <a:gd name="connsiteX5" fmla="*/ 9880774 w 12067822"/>
              <a:gd name="connsiteY5" fmla="*/ 5227284 h 5227284"/>
              <a:gd name="connsiteX6" fmla="*/ 9889066 w 12067822"/>
              <a:gd name="connsiteY6" fmla="*/ 4797778 h 5227284"/>
              <a:gd name="connsiteX7" fmla="*/ 6637867 w 12067822"/>
              <a:gd name="connsiteY7" fmla="*/ 4487332 h 5227284"/>
              <a:gd name="connsiteX8" fmla="*/ 0 w 12067822"/>
              <a:gd name="connsiteY8" fmla="*/ 0 h 5227284"/>
              <a:gd name="connsiteX0" fmla="*/ 0 w 12067822"/>
              <a:gd name="connsiteY0" fmla="*/ 0 h 5227284"/>
              <a:gd name="connsiteX1" fmla="*/ 12067822 w 12067822"/>
              <a:gd name="connsiteY1" fmla="*/ 11288 h 5227284"/>
              <a:gd name="connsiteX2" fmla="*/ 12045244 w 12067822"/>
              <a:gd name="connsiteY2" fmla="*/ 4995333 h 5227284"/>
              <a:gd name="connsiteX3" fmla="*/ 10391421 w 12067822"/>
              <a:gd name="connsiteY3" fmla="*/ 5154788 h 5227284"/>
              <a:gd name="connsiteX4" fmla="*/ 10281884 w 12067822"/>
              <a:gd name="connsiteY4" fmla="*/ 5159551 h 5227284"/>
              <a:gd name="connsiteX5" fmla="*/ 9880774 w 12067822"/>
              <a:gd name="connsiteY5" fmla="*/ 5227284 h 5227284"/>
              <a:gd name="connsiteX6" fmla="*/ 9889066 w 12067822"/>
              <a:gd name="connsiteY6" fmla="*/ 4797778 h 5227284"/>
              <a:gd name="connsiteX7" fmla="*/ 6637867 w 12067822"/>
              <a:gd name="connsiteY7" fmla="*/ 4487332 h 5227284"/>
              <a:gd name="connsiteX8" fmla="*/ 0 w 12067822"/>
              <a:gd name="connsiteY8" fmla="*/ 0 h 5227284"/>
              <a:gd name="connsiteX0" fmla="*/ 0 w 10023122"/>
              <a:gd name="connsiteY0" fmla="*/ 0 h 5278084"/>
              <a:gd name="connsiteX1" fmla="*/ 10023122 w 10023122"/>
              <a:gd name="connsiteY1" fmla="*/ 62088 h 5278084"/>
              <a:gd name="connsiteX2" fmla="*/ 10000544 w 10023122"/>
              <a:gd name="connsiteY2" fmla="*/ 5046133 h 5278084"/>
              <a:gd name="connsiteX3" fmla="*/ 8346721 w 10023122"/>
              <a:gd name="connsiteY3" fmla="*/ 5205588 h 5278084"/>
              <a:gd name="connsiteX4" fmla="*/ 8237184 w 10023122"/>
              <a:gd name="connsiteY4" fmla="*/ 5210351 h 5278084"/>
              <a:gd name="connsiteX5" fmla="*/ 7836074 w 10023122"/>
              <a:gd name="connsiteY5" fmla="*/ 5278084 h 5278084"/>
              <a:gd name="connsiteX6" fmla="*/ 7844366 w 10023122"/>
              <a:gd name="connsiteY6" fmla="*/ 4848578 h 5278084"/>
              <a:gd name="connsiteX7" fmla="*/ 4593167 w 10023122"/>
              <a:gd name="connsiteY7" fmla="*/ 4538132 h 5278084"/>
              <a:gd name="connsiteX8" fmla="*/ 0 w 10023122"/>
              <a:gd name="connsiteY8" fmla="*/ 0 h 5278084"/>
              <a:gd name="connsiteX0" fmla="*/ 0 w 10023122"/>
              <a:gd name="connsiteY0" fmla="*/ 0 h 5278084"/>
              <a:gd name="connsiteX1" fmla="*/ 10023122 w 10023122"/>
              <a:gd name="connsiteY1" fmla="*/ 62088 h 5278084"/>
              <a:gd name="connsiteX2" fmla="*/ 10000544 w 10023122"/>
              <a:gd name="connsiteY2" fmla="*/ 5046133 h 5278084"/>
              <a:gd name="connsiteX3" fmla="*/ 8346721 w 10023122"/>
              <a:gd name="connsiteY3" fmla="*/ 5205588 h 5278084"/>
              <a:gd name="connsiteX4" fmla="*/ 8237184 w 10023122"/>
              <a:gd name="connsiteY4" fmla="*/ 5210351 h 5278084"/>
              <a:gd name="connsiteX5" fmla="*/ 7836074 w 10023122"/>
              <a:gd name="connsiteY5" fmla="*/ 5278084 h 5278084"/>
              <a:gd name="connsiteX6" fmla="*/ 7844366 w 10023122"/>
              <a:gd name="connsiteY6" fmla="*/ 4848578 h 5278084"/>
              <a:gd name="connsiteX7" fmla="*/ 4589992 w 10023122"/>
              <a:gd name="connsiteY7" fmla="*/ 4531782 h 5278084"/>
              <a:gd name="connsiteX8" fmla="*/ 0 w 10023122"/>
              <a:gd name="connsiteY8" fmla="*/ 0 h 527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23122" h="5278084">
                <a:moveTo>
                  <a:pt x="0" y="0"/>
                </a:moveTo>
                <a:lnTo>
                  <a:pt x="10023122" y="62088"/>
                </a:lnTo>
                <a:lnTo>
                  <a:pt x="10000544" y="5046133"/>
                </a:lnTo>
                <a:lnTo>
                  <a:pt x="8346721" y="5205588"/>
                </a:lnTo>
                <a:lnTo>
                  <a:pt x="8237184" y="5210351"/>
                </a:lnTo>
                <a:lnTo>
                  <a:pt x="7836074" y="5278084"/>
                </a:lnTo>
                <a:lnTo>
                  <a:pt x="7844366" y="4848578"/>
                </a:lnTo>
                <a:lnTo>
                  <a:pt x="4589992" y="4531782"/>
                </a:lnTo>
                <a:lnTo>
                  <a:pt x="0" y="0"/>
                </a:lnTo>
                <a:close/>
              </a:path>
            </a:pathLst>
          </a:custGeom>
          <a:solidFill>
            <a:schemeClr val="tx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CuadroTexto 9"/>
          <p:cNvSpPr txBox="1"/>
          <p:nvPr/>
        </p:nvSpPr>
        <p:spPr>
          <a:xfrm>
            <a:off x="479425" y="6150918"/>
            <a:ext cx="2263776" cy="230832"/>
          </a:xfrm>
          <a:prstGeom prst="rect">
            <a:avLst/>
          </a:prstGeom>
          <a:noFill/>
        </p:spPr>
        <p:txBody>
          <a:bodyPr wrap="square" rtlCol="0">
            <a:spAutoFit/>
          </a:bodyPr>
          <a:lstStyle/>
          <a:p>
            <a:r>
              <a:rPr lang="es-CL" sz="900" spc="300" dirty="0">
                <a:solidFill>
                  <a:schemeClr val="bg1"/>
                </a:solidFill>
                <a:latin typeface="Swis721 BT" panose="020B0504020202020204" pitchFamily="34" charset="0"/>
              </a:rPr>
              <a:t>MOBILARQUITECTOS.CL</a:t>
            </a:r>
          </a:p>
        </p:txBody>
      </p:sp>
      <p:sp>
        <p:nvSpPr>
          <p:cNvPr id="11" name="CuadroTexto 10"/>
          <p:cNvSpPr txBox="1"/>
          <p:nvPr/>
        </p:nvSpPr>
        <p:spPr>
          <a:xfrm>
            <a:off x="8904288" y="6150918"/>
            <a:ext cx="2808287" cy="230832"/>
          </a:xfrm>
          <a:prstGeom prst="rect">
            <a:avLst/>
          </a:prstGeom>
          <a:noFill/>
        </p:spPr>
        <p:txBody>
          <a:bodyPr wrap="square" rtlCol="0">
            <a:spAutoFit/>
          </a:bodyPr>
          <a:lstStyle>
            <a:defPPr>
              <a:defRPr lang="es-CL"/>
            </a:defPPr>
            <a:lvl1pPr>
              <a:defRPr sz="900" spc="300">
                <a:solidFill>
                  <a:schemeClr val="bg1"/>
                </a:solidFill>
                <a:latin typeface="Swis721 BT" panose="020B0504020202020204" pitchFamily="34" charset="0"/>
              </a:defRPr>
            </a:lvl1pPr>
          </a:lstStyle>
          <a:p>
            <a:r>
              <a:rPr lang="es-CL" dirty="0" smtClean="0"/>
              <a:t>INFO@MOBILARQUITECTOS.CL</a:t>
            </a:r>
            <a:endParaRPr lang="es-CL" dirty="0"/>
          </a:p>
        </p:txBody>
      </p:sp>
      <p:sp>
        <p:nvSpPr>
          <p:cNvPr id="13" name="CuadroTexto 12"/>
          <p:cNvSpPr txBox="1"/>
          <p:nvPr/>
        </p:nvSpPr>
        <p:spPr>
          <a:xfrm>
            <a:off x="4884738" y="2875002"/>
            <a:ext cx="2422525" cy="1107996"/>
          </a:xfrm>
          <a:prstGeom prst="rect">
            <a:avLst/>
          </a:prstGeom>
          <a:noFill/>
        </p:spPr>
        <p:txBody>
          <a:bodyPr wrap="square" rtlCol="0">
            <a:spAutoFit/>
          </a:bodyPr>
          <a:lstStyle/>
          <a:p>
            <a:r>
              <a:rPr lang="es-CL" sz="6600" dirty="0" smtClean="0">
                <a:solidFill>
                  <a:schemeClr val="bg1"/>
                </a:solidFill>
                <a:latin typeface="Swis721 Cn BT" panose="020B0506020202030204" pitchFamily="34" charset="0"/>
              </a:rPr>
              <a:t>MOBIL</a:t>
            </a:r>
            <a:endParaRPr lang="es-CL" sz="6600" dirty="0">
              <a:solidFill>
                <a:schemeClr val="bg1"/>
              </a:solidFill>
              <a:latin typeface="Swis721 Cn BT" panose="020B0506020202030204" pitchFamily="34" charset="0"/>
            </a:endParaRPr>
          </a:p>
        </p:txBody>
      </p:sp>
    </p:spTree>
    <p:extLst>
      <p:ext uri="{BB962C8B-B14F-4D97-AF65-F5344CB8AC3E}">
        <p14:creationId xmlns:p14="http://schemas.microsoft.com/office/powerpoint/2010/main" val="10320231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1271589" y="2567226"/>
            <a:ext cx="2619374" cy="990015"/>
          </a:xfrm>
          <a:prstGeom prst="rect">
            <a:avLst/>
          </a:prstGeom>
          <a:noFill/>
        </p:spPr>
        <p:txBody>
          <a:bodyPr wrap="square" rtlCol="0">
            <a:spAutoFit/>
          </a:bodyPr>
          <a:lstStyle/>
          <a:p>
            <a:pPr>
              <a:lnSpc>
                <a:spcPts val="1400"/>
              </a:lnSpc>
            </a:pP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Mobil</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es una oficina de arquitectura que nace hace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18 años con el anhelo de crear una arquitectura con perspectiva de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Ciudad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que enriquezca la vida cotidiana de las personas integrándose mejor al espacio urbano.</a:t>
            </a:r>
            <a:endParaRPr lang="es-CL"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 name="object 2">
            <a:extLst>
              <a:ext uri="{FF2B5EF4-FFF2-40B4-BE49-F238E27FC236}">
                <a16:creationId xmlns:a16="http://schemas.microsoft.com/office/drawing/2014/main" id="{75727103-9E6C-7660-55F7-47A9FACFC27B}"/>
              </a:ext>
            </a:extLst>
          </p:cNvPr>
          <p:cNvSpPr txBox="1">
            <a:spLocks/>
          </p:cNvSpPr>
          <p:nvPr/>
        </p:nvSpPr>
        <p:spPr>
          <a:xfrm>
            <a:off x="1271589" y="1593614"/>
            <a:ext cx="2797174" cy="913070"/>
          </a:xfrm>
          <a:prstGeom prst="rect">
            <a:avLst/>
          </a:prstGeom>
          <a:noFill/>
        </p:spPr>
        <p:txBody>
          <a:bodyPr wrap="square" rtlCol="0">
            <a:spAutoFit/>
          </a:bodyPr>
          <a:lstStyle>
            <a:defPPr>
              <a:defRPr lang="es-CL"/>
            </a:defPPr>
            <a:lvl1pPr>
              <a:lnSpc>
                <a:spcPts val="3000"/>
              </a:lnSpc>
              <a:defRPr sz="2800" b="1">
                <a:latin typeface="Swis721 Cn BT" panose="020B0506020202030204" pitchFamily="34" charset="0"/>
              </a:defRPr>
            </a:lvl1pPr>
          </a:lstStyle>
          <a:p>
            <a:pPr>
              <a:lnSpc>
                <a:spcPts val="3200"/>
              </a:lnSpc>
            </a:pPr>
            <a:r>
              <a:rPr lang="es-ES" sz="3200" dirty="0" smtClean="0"/>
              <a:t>ARQUITECTURA</a:t>
            </a:r>
          </a:p>
          <a:p>
            <a:pPr>
              <a:lnSpc>
                <a:spcPts val="3200"/>
              </a:lnSpc>
            </a:pPr>
            <a:r>
              <a:rPr lang="es-ES" sz="3200" dirty="0" smtClean="0">
                <a:solidFill>
                  <a:srgbClr val="006BFF"/>
                </a:solidFill>
              </a:rPr>
              <a:t>DE CIUDAD</a:t>
            </a:r>
            <a:endParaRPr lang="es-CL" sz="3200" dirty="0">
              <a:solidFill>
                <a:srgbClr val="006BFF"/>
              </a:solidFill>
            </a:endParaRPr>
          </a:p>
        </p:txBody>
      </p:sp>
      <p:sp>
        <p:nvSpPr>
          <p:cNvPr id="15" name="CuadroTexto 14"/>
          <p:cNvSpPr txBox="1"/>
          <p:nvPr/>
        </p:nvSpPr>
        <p:spPr>
          <a:xfrm>
            <a:off x="1271589" y="693094"/>
            <a:ext cx="1706562" cy="215444"/>
          </a:xfrm>
          <a:prstGeom prst="rect">
            <a:avLst/>
          </a:prstGeom>
          <a:noFill/>
        </p:spPr>
        <p:txBody>
          <a:bodyPr wrap="square" rtlCol="0">
            <a:spAutoFit/>
          </a:bodyPr>
          <a:lstStyle/>
          <a:p>
            <a:r>
              <a:rPr lang="es-CL" sz="800" spc="300" dirty="0">
                <a:solidFill>
                  <a:schemeClr val="bg1">
                    <a:lumMod val="50000"/>
                  </a:schemeClr>
                </a:solidFill>
                <a:latin typeface="Swis721 Cn BT" panose="020B0506020202030204" pitchFamily="34" charset="0"/>
              </a:rPr>
              <a:t>MOBIL ARQUITECTOS </a:t>
            </a:r>
          </a:p>
        </p:txBody>
      </p:sp>
      <p:pic>
        <p:nvPicPr>
          <p:cNvPr id="25" name="Marcador de posición de imagen 24"/>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rcRect l="16107" r="16107"/>
          <a:stretch>
            <a:fillRect/>
          </a:stretch>
        </p:blipFill>
        <p:spPr/>
      </p:pic>
    </p:spTree>
    <p:extLst>
      <p:ext uri="{BB962C8B-B14F-4D97-AF65-F5344CB8AC3E}">
        <p14:creationId xmlns:p14="http://schemas.microsoft.com/office/powerpoint/2010/main" val="27474998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posición de imagen 6"/>
          <p:cNvPicPr>
            <a:picLocks noGrp="1" noChangeAspect="1"/>
          </p:cNvPicPr>
          <p:nvPr>
            <p:ph type="pic" sz="quarter" idx="4294967295"/>
          </p:nvPr>
        </p:nvPicPr>
        <p:blipFill>
          <a:blip r:embed="rId2" cstate="print">
            <a:extLst>
              <a:ext uri="{28A0092B-C50C-407E-A947-70E740481C1C}">
                <a14:useLocalDpi xmlns:a14="http://schemas.microsoft.com/office/drawing/2010/main" val="0"/>
              </a:ext>
            </a:extLst>
          </a:blip>
          <a:srcRect t="7829" b="7829"/>
          <a:stretch>
            <a:fillRect/>
          </a:stretch>
        </p:blipFill>
        <p:spPr>
          <a:xfrm>
            <a:off x="0" y="0"/>
            <a:ext cx="12196763" cy="6858000"/>
          </a:xfrm>
          <a:prstGeom prst="rect">
            <a:avLst/>
          </a:prstGeom>
        </p:spPr>
      </p:pic>
      <p:sp>
        <p:nvSpPr>
          <p:cNvPr id="3" name="Rectángulo 2"/>
          <p:cNvSpPr/>
          <p:nvPr/>
        </p:nvSpPr>
        <p:spPr>
          <a:xfrm>
            <a:off x="1271588" y="1231956"/>
            <a:ext cx="3816350" cy="1631216"/>
          </a:xfrm>
          <a:prstGeom prst="rect">
            <a:avLst/>
          </a:prstGeom>
        </p:spPr>
        <p:txBody>
          <a:bodyPr wrap="square">
            <a:spAutoFit/>
          </a:bodyPr>
          <a:lstStyle/>
          <a:p>
            <a:pPr>
              <a:lnSpc>
                <a:spcPts val="3000"/>
              </a:lnSpc>
            </a:pPr>
            <a:r>
              <a:rPr lang="es-ES" sz="2800" b="1" dirty="0">
                <a:solidFill>
                  <a:schemeClr val="bg1"/>
                </a:solidFill>
                <a:latin typeface="Swis721 Cn BT" panose="020B0506020202030204" pitchFamily="34" charset="0"/>
                <a:ea typeface="+mj-ea"/>
                <a:cs typeface="Helvetica" panose="020B0604020202020204" pitchFamily="34" charset="0"/>
              </a:rPr>
              <a:t>TENEMOS EXPERIENCIA </a:t>
            </a:r>
            <a:endParaRPr lang="es-ES" sz="2800" b="1" dirty="0" smtClean="0">
              <a:solidFill>
                <a:schemeClr val="bg1"/>
              </a:solidFill>
              <a:latin typeface="Swis721 Cn BT" panose="020B0506020202030204" pitchFamily="34" charset="0"/>
              <a:ea typeface="+mj-ea"/>
              <a:cs typeface="Helvetica" panose="020B0604020202020204" pitchFamily="34" charset="0"/>
            </a:endParaRPr>
          </a:p>
          <a:p>
            <a:pPr>
              <a:lnSpc>
                <a:spcPts val="3000"/>
              </a:lnSpc>
            </a:pPr>
            <a:r>
              <a:rPr lang="es-ES" sz="2800" b="1" dirty="0" smtClean="0">
                <a:solidFill>
                  <a:schemeClr val="bg1"/>
                </a:solidFill>
                <a:latin typeface="Swis721 Cn BT" panose="020B0506020202030204" pitchFamily="34" charset="0"/>
                <a:ea typeface="+mj-ea"/>
                <a:cs typeface="Helvetica" panose="020B0604020202020204" pitchFamily="34" charset="0"/>
              </a:rPr>
              <a:t>EN </a:t>
            </a:r>
            <a:r>
              <a:rPr lang="es-ES" sz="2800" b="1" dirty="0">
                <a:solidFill>
                  <a:schemeClr val="bg1"/>
                </a:solidFill>
                <a:latin typeface="Swis721 Cn BT" panose="020B0506020202030204" pitchFamily="34" charset="0"/>
                <a:ea typeface="+mj-ea"/>
                <a:cs typeface="Helvetica" panose="020B0604020202020204" pitchFamily="34" charset="0"/>
              </a:rPr>
              <a:t>PROYECTOS DE </a:t>
            </a:r>
            <a:endParaRPr lang="es-ES" sz="2800" b="1" dirty="0" smtClean="0">
              <a:solidFill>
                <a:schemeClr val="bg1"/>
              </a:solidFill>
              <a:latin typeface="Swis721 Cn BT" panose="020B0506020202030204" pitchFamily="34" charset="0"/>
              <a:ea typeface="+mj-ea"/>
              <a:cs typeface="Helvetica" panose="020B0604020202020204" pitchFamily="34" charset="0"/>
            </a:endParaRPr>
          </a:p>
          <a:p>
            <a:pPr>
              <a:lnSpc>
                <a:spcPts val="3000"/>
              </a:lnSpc>
            </a:pPr>
            <a:r>
              <a:rPr lang="es-ES" sz="2800" b="1" dirty="0" smtClean="0">
                <a:solidFill>
                  <a:schemeClr val="bg1"/>
                </a:solidFill>
                <a:latin typeface="Swis721 Cn BT" panose="020B0506020202030204" pitchFamily="34" charset="0"/>
                <a:ea typeface="+mj-ea"/>
                <a:cs typeface="Helvetica" panose="020B0604020202020204" pitchFamily="34" charset="0"/>
              </a:rPr>
              <a:t>GRAN </a:t>
            </a:r>
            <a:r>
              <a:rPr lang="es-ES" sz="2800" b="1" dirty="0">
                <a:solidFill>
                  <a:schemeClr val="bg1"/>
                </a:solidFill>
                <a:latin typeface="Swis721 Cn BT" panose="020B0506020202030204" pitchFamily="34" charset="0"/>
                <a:ea typeface="+mj-ea"/>
                <a:cs typeface="Helvetica" panose="020B0604020202020204" pitchFamily="34" charset="0"/>
              </a:rPr>
              <a:t>ENVERGADURA </a:t>
            </a:r>
            <a:endParaRPr lang="es-ES" sz="2800" b="1" dirty="0" smtClean="0">
              <a:solidFill>
                <a:schemeClr val="bg1"/>
              </a:solidFill>
              <a:latin typeface="Swis721 Cn BT" panose="020B0506020202030204" pitchFamily="34" charset="0"/>
              <a:ea typeface="+mj-ea"/>
              <a:cs typeface="Helvetica" panose="020B0604020202020204" pitchFamily="34" charset="0"/>
            </a:endParaRPr>
          </a:p>
          <a:p>
            <a:pPr>
              <a:lnSpc>
                <a:spcPts val="3000"/>
              </a:lnSpc>
            </a:pPr>
            <a:r>
              <a:rPr lang="es-ES" sz="2800" b="1" dirty="0" smtClean="0">
                <a:solidFill>
                  <a:schemeClr val="bg1"/>
                </a:solidFill>
                <a:latin typeface="Swis721 Cn BT" panose="020B0506020202030204" pitchFamily="34" charset="0"/>
                <a:ea typeface="+mj-ea"/>
                <a:cs typeface="Helvetica" panose="020B0604020202020204" pitchFamily="34" charset="0"/>
              </a:rPr>
              <a:t>Y ALTA </a:t>
            </a:r>
            <a:r>
              <a:rPr lang="es-ES" sz="2800" b="1" dirty="0">
                <a:solidFill>
                  <a:schemeClr val="bg1"/>
                </a:solidFill>
                <a:latin typeface="Swis721 Cn BT" panose="020B0506020202030204" pitchFamily="34" charset="0"/>
                <a:ea typeface="+mj-ea"/>
                <a:cs typeface="Helvetica" panose="020B0604020202020204" pitchFamily="34" charset="0"/>
              </a:rPr>
              <a:t>COMPLEJIDAD</a:t>
            </a:r>
          </a:p>
        </p:txBody>
      </p:sp>
      <p:sp>
        <p:nvSpPr>
          <p:cNvPr id="5" name="Rectángulo 4"/>
          <p:cNvSpPr/>
          <p:nvPr/>
        </p:nvSpPr>
        <p:spPr>
          <a:xfrm>
            <a:off x="1271588" y="3020646"/>
            <a:ext cx="3122612" cy="746358"/>
          </a:xfrm>
          <a:prstGeom prst="rect">
            <a:avLst/>
          </a:prstGeom>
          <a:noFill/>
        </p:spPr>
        <p:txBody>
          <a:bodyPr wrap="square" rtlCol="0">
            <a:spAutoFit/>
          </a:bodyPr>
          <a:lstStyle/>
          <a:p>
            <a:pPr>
              <a:lnSpc>
                <a:spcPts val="1700"/>
              </a:lnSpc>
            </a:pPr>
            <a:r>
              <a:rPr lang="es-CL" sz="1200" dirty="0">
                <a:solidFill>
                  <a:schemeClr val="bg1"/>
                </a:solidFill>
                <a:latin typeface="Swis721 Cn BT" panose="020B0506020202030204" pitchFamily="34" charset="0"/>
              </a:rPr>
              <a:t>Tenemos más de 1 millón de m2 construidos </a:t>
            </a:r>
            <a:r>
              <a:rPr lang="es-CL" sz="1200" dirty="0" smtClean="0">
                <a:solidFill>
                  <a:schemeClr val="bg1"/>
                </a:solidFill>
                <a:latin typeface="Swis721 Cn BT" panose="020B0506020202030204" pitchFamily="34" charset="0"/>
              </a:rPr>
              <a:t>en proyectos </a:t>
            </a:r>
            <a:r>
              <a:rPr lang="es-CL" sz="1200" dirty="0">
                <a:solidFill>
                  <a:schemeClr val="bg1"/>
                </a:solidFill>
                <a:latin typeface="Swis721 Cn BT" panose="020B0506020202030204" pitchFamily="34" charset="0"/>
              </a:rPr>
              <a:t>de alta complejidad tales como hospitales, </a:t>
            </a:r>
            <a:r>
              <a:rPr lang="es-CL" sz="1200" dirty="0" smtClean="0">
                <a:solidFill>
                  <a:schemeClr val="bg1"/>
                </a:solidFill>
                <a:latin typeface="Swis721 Cn BT" panose="020B0506020202030204" pitchFamily="34" charset="0"/>
              </a:rPr>
              <a:t>líneas de </a:t>
            </a:r>
            <a:r>
              <a:rPr lang="es-CL" sz="1200" dirty="0">
                <a:solidFill>
                  <a:schemeClr val="bg1"/>
                </a:solidFill>
                <a:latin typeface="Swis721 Cn BT" panose="020B0506020202030204" pitchFamily="34" charset="0"/>
              </a:rPr>
              <a:t>metro y usos mixtos.</a:t>
            </a:r>
          </a:p>
        </p:txBody>
      </p:sp>
      <p:sp>
        <p:nvSpPr>
          <p:cNvPr id="6" name="CuadroTexto 5"/>
          <p:cNvSpPr txBox="1"/>
          <p:nvPr/>
        </p:nvSpPr>
        <p:spPr>
          <a:xfrm>
            <a:off x="1271588" y="681457"/>
            <a:ext cx="2043112" cy="230832"/>
          </a:xfrm>
          <a:prstGeom prst="rect">
            <a:avLst/>
          </a:prstGeom>
          <a:noFill/>
        </p:spPr>
        <p:txBody>
          <a:bodyPr wrap="square" rtlCol="0">
            <a:spAutoFit/>
          </a:bodyPr>
          <a:lstStyle/>
          <a:p>
            <a:r>
              <a:rPr lang="es-CL" sz="900" spc="300" dirty="0">
                <a:solidFill>
                  <a:srgbClr val="3192F3"/>
                </a:solidFill>
                <a:latin typeface="Swis721 Cn BT" panose="020B0506020202030204" pitchFamily="34" charset="0"/>
              </a:rPr>
              <a:t>MOBIL</a:t>
            </a:r>
            <a:r>
              <a:rPr lang="es-CL" sz="800" spc="300" dirty="0">
                <a:solidFill>
                  <a:srgbClr val="3192F3"/>
                </a:solidFill>
                <a:latin typeface="Swis721 Cn BT" panose="020B0506020202030204" pitchFamily="34" charset="0"/>
              </a:rPr>
              <a:t> ARQUITECTOS </a:t>
            </a:r>
          </a:p>
        </p:txBody>
      </p:sp>
      <p:sp>
        <p:nvSpPr>
          <p:cNvPr id="8" name="CuadroTexto 7"/>
          <p:cNvSpPr txBox="1"/>
          <p:nvPr/>
        </p:nvSpPr>
        <p:spPr>
          <a:xfrm rot="16200000">
            <a:off x="-2645290" y="1606139"/>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DEBE SER MISMA RIPOGRAFÍA?</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95561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74688" y="1124973"/>
            <a:ext cx="4151312" cy="425758"/>
          </a:xfrm>
          <a:prstGeom prst="rect">
            <a:avLst/>
          </a:prstGeom>
        </p:spPr>
        <p:txBody>
          <a:bodyPr wrap="square">
            <a:spAutoFit/>
          </a:bodyPr>
          <a:lstStyle/>
          <a:p>
            <a:pPr>
              <a:lnSpc>
                <a:spcPts val="2600"/>
              </a:lnSpc>
            </a:pPr>
            <a:r>
              <a:rPr lang="es-CL" sz="2800" b="1" dirty="0" smtClean="0">
                <a:latin typeface="Swis721 Cn BT" panose="020B0506020202030204" pitchFamily="34" charset="0"/>
              </a:rPr>
              <a:t>LABORATORIO </a:t>
            </a:r>
            <a:r>
              <a:rPr lang="es-CL" sz="2800" b="1" dirty="0" smtClean="0">
                <a:solidFill>
                  <a:schemeClr val="accent1"/>
                </a:solidFill>
                <a:latin typeface="Swis721 Cn BT" panose="020B0506020202030204" pitchFamily="34" charset="0"/>
              </a:rPr>
              <a:t>MATERIA</a:t>
            </a:r>
            <a:endParaRPr lang="es-CL" sz="2800" b="1" dirty="0">
              <a:solidFill>
                <a:schemeClr val="accent1"/>
              </a:solidFill>
              <a:latin typeface="Swis721 Cn BT" panose="020B0506020202030204" pitchFamily="34" charset="0"/>
            </a:endParaRPr>
          </a:p>
        </p:txBody>
      </p:sp>
      <p:sp>
        <p:nvSpPr>
          <p:cNvPr id="4" name="Rectángulo 3"/>
          <p:cNvSpPr/>
          <p:nvPr/>
        </p:nvSpPr>
        <p:spPr>
          <a:xfrm>
            <a:off x="674687" y="1550731"/>
            <a:ext cx="3816351" cy="1169551"/>
          </a:xfrm>
          <a:prstGeom prst="rect">
            <a:avLst/>
          </a:prstGeom>
        </p:spPr>
        <p:txBody>
          <a:bodyPr wrap="square" numCol="1">
            <a:spAutoFit/>
          </a:bodyPr>
          <a:lstStyle/>
          <a:p>
            <a:pPr algn="just">
              <a:lnSpc>
                <a:spcPts val="1400"/>
              </a:lnSpc>
            </a:pPr>
            <a:r>
              <a:rPr lang="es-ES" sz="800" dirty="0">
                <a:solidFill>
                  <a:schemeClr val="bg1">
                    <a:lumMod val="65000"/>
                  </a:schemeClr>
                </a:solidFill>
                <a:latin typeface="Arial" panose="020B0604020202020204" pitchFamily="34" charset="0"/>
                <a:cs typeface="Arial" panose="020B0604020202020204" pitchFamily="34" charset="0"/>
              </a:rPr>
              <a:t>El laboratorio </a:t>
            </a:r>
            <a:r>
              <a:rPr lang="es-ES" sz="800" dirty="0" smtClean="0">
                <a:solidFill>
                  <a:schemeClr val="bg1">
                    <a:lumMod val="65000"/>
                  </a:schemeClr>
                </a:solidFill>
                <a:latin typeface="Arial" panose="020B0604020202020204" pitchFamily="34" charset="0"/>
                <a:cs typeface="Arial" panose="020B0604020202020204" pitchFamily="34" charset="0"/>
              </a:rPr>
              <a:t>MATERIA </a:t>
            </a:r>
            <a:r>
              <a:rPr lang="es-ES" sz="800" dirty="0">
                <a:solidFill>
                  <a:schemeClr val="bg1">
                    <a:lumMod val="65000"/>
                  </a:schemeClr>
                </a:solidFill>
                <a:latin typeface="Arial" panose="020B0604020202020204" pitchFamily="34" charset="0"/>
                <a:cs typeface="Arial" panose="020B0604020202020204" pitchFamily="34" charset="0"/>
              </a:rPr>
              <a:t>es una plataforma de información transversal a toda la oficina, donde recopilamos y validamos la experiencia generada en las OBRAS MOBIL </a:t>
            </a:r>
            <a:r>
              <a:rPr lang="es-ES" sz="800" dirty="0" smtClean="0">
                <a:solidFill>
                  <a:schemeClr val="bg1">
                    <a:lumMod val="65000"/>
                  </a:schemeClr>
                </a:solidFill>
                <a:latin typeface="Arial" panose="020B0604020202020204" pitchFamily="34" charset="0"/>
                <a:cs typeface="Arial" panose="020B0604020202020204" pitchFamily="34" charset="0"/>
              </a:rPr>
              <a:t>ejecutadas, </a:t>
            </a:r>
            <a:r>
              <a:rPr lang="es-ES" sz="800" dirty="0">
                <a:solidFill>
                  <a:schemeClr val="bg1">
                    <a:lumMod val="65000"/>
                  </a:schemeClr>
                </a:solidFill>
                <a:latin typeface="Arial" panose="020B0604020202020204" pitchFamily="34" charset="0"/>
                <a:cs typeface="Arial" panose="020B0604020202020204" pitchFamily="34" charset="0"/>
              </a:rPr>
              <a:t>y también en casos de estudios relevantes. Esta información la aplicamos en los procesos de diseño de nuevos encargos desde una etapa temprana, generando así una relación eficiente entre etapa de diseño y construcción</a:t>
            </a:r>
            <a:r>
              <a:rPr lang="es-ES" sz="800" dirty="0" smtClean="0">
                <a:solidFill>
                  <a:schemeClr val="bg1">
                    <a:lumMod val="65000"/>
                  </a:schemeClr>
                </a:solidFill>
                <a:latin typeface="Arial" panose="020B0604020202020204" pitchFamily="34" charset="0"/>
                <a:cs typeface="Arial" panose="020B0604020202020204" pitchFamily="34" charset="0"/>
              </a:rPr>
              <a:t>.</a:t>
            </a:r>
            <a:endParaRPr lang="es-CL" sz="800" dirty="0">
              <a:solidFill>
                <a:schemeClr val="bg1">
                  <a:lumMod val="65000"/>
                </a:schemeClr>
              </a:solidFill>
              <a:latin typeface="Arial" panose="020B0604020202020204" pitchFamily="34" charset="0"/>
              <a:cs typeface="Arial" panose="020B0604020202020204" pitchFamily="34" charset="0"/>
            </a:endParaRPr>
          </a:p>
        </p:txBody>
      </p:sp>
      <p:pic>
        <p:nvPicPr>
          <p:cNvPr id="1027" name="Marcador de posición de imagen 1026"/>
          <p:cNvPicPr>
            <a:picLocks noGrp="1" noChangeAspect="1"/>
          </p:cNvPicPr>
          <p:nvPr>
            <p:ph type="pic" sz="quarter" idx="4294967295"/>
          </p:nvPr>
        </p:nvPicPr>
        <p:blipFill>
          <a:blip r:embed="rId2" cstate="print">
            <a:extLst>
              <a:ext uri="{28A0092B-C50C-407E-A947-70E740481C1C}">
                <a14:useLocalDpi xmlns:a14="http://schemas.microsoft.com/office/drawing/2010/main" val="0"/>
              </a:ext>
            </a:extLst>
          </a:blip>
          <a:srcRect l="8655" r="8655"/>
          <a:stretch>
            <a:fillRect/>
          </a:stretch>
        </p:blipFill>
        <p:spPr>
          <a:xfrm>
            <a:off x="10021093" y="3136899"/>
            <a:ext cx="1907382" cy="3424239"/>
          </a:xfrm>
          <a:prstGeom prst="rect">
            <a:avLst/>
          </a:prstGeom>
        </p:spPr>
      </p:pic>
      <p:pic>
        <p:nvPicPr>
          <p:cNvPr id="61" name="Marcador de posición de imagen 60"/>
          <p:cNvPicPr>
            <a:picLocks noGrp="1" noChangeAspect="1"/>
          </p:cNvPicPr>
          <p:nvPr>
            <p:ph type="pic" sz="quarter" idx="4294967295"/>
          </p:nvPr>
        </p:nvPicPr>
        <p:blipFill rotWithShape="1">
          <a:blip r:embed="rId3" cstate="print">
            <a:extLst>
              <a:ext uri="{28A0092B-C50C-407E-A947-70E740481C1C}">
                <a14:useLocalDpi xmlns:a14="http://schemas.microsoft.com/office/drawing/2010/main" val="0"/>
              </a:ext>
            </a:extLst>
          </a:blip>
          <a:srcRect l="4416" t="-6082" r="6624" b="-1480"/>
          <a:stretch/>
        </p:blipFill>
        <p:spPr>
          <a:xfrm>
            <a:off x="2061074" y="2971800"/>
            <a:ext cx="3998414" cy="3625850"/>
          </a:xfrm>
          <a:prstGeom prst="rect">
            <a:avLst/>
          </a:prstGeom>
        </p:spPr>
      </p:pic>
      <p:pic>
        <p:nvPicPr>
          <p:cNvPr id="62" name="Marcador de posición de imagen 61"/>
          <p:cNvPicPr>
            <a:picLocks noGrp="1" noChangeAspect="1"/>
          </p:cNvPicPr>
          <p:nvPr>
            <p:ph type="pic" sz="quarter" idx="4294967295"/>
          </p:nvPr>
        </p:nvPicPr>
        <p:blipFill>
          <a:blip r:embed="rId4" cstate="print">
            <a:extLst>
              <a:ext uri="{28A0092B-C50C-407E-A947-70E740481C1C}">
                <a14:useLocalDpi xmlns:a14="http://schemas.microsoft.com/office/drawing/2010/main" val="0"/>
              </a:ext>
            </a:extLst>
          </a:blip>
          <a:srcRect l="29718" r="29718"/>
          <a:stretch>
            <a:fillRect/>
          </a:stretch>
        </p:blipFill>
        <p:spPr>
          <a:xfrm>
            <a:off x="6132513" y="3136899"/>
            <a:ext cx="1871662" cy="3424239"/>
          </a:xfrm>
          <a:prstGeom prst="rect">
            <a:avLst/>
          </a:prstGeom>
        </p:spPr>
      </p:pic>
      <p:pic>
        <p:nvPicPr>
          <p:cNvPr id="59" name="Marcador de posición de imagen 58"/>
          <p:cNvPicPr>
            <a:picLocks noGrp="1" noChangeAspect="1"/>
          </p:cNvPicPr>
          <p:nvPr>
            <p:ph type="pic" sz="quarter" idx="4294967295"/>
          </p:nvPr>
        </p:nvPicPr>
        <p:blipFill rotWithShape="1">
          <a:blip r:embed="rId5" cstate="print">
            <a:extLst>
              <a:ext uri="{28A0092B-C50C-407E-A947-70E740481C1C}">
                <a14:useLocalDpi xmlns:a14="http://schemas.microsoft.com/office/drawing/2010/main" val="0"/>
              </a:ext>
            </a:extLst>
          </a:blip>
          <a:srcRect l="19143" t="-1483" r="17577" b="-13981"/>
          <a:stretch/>
        </p:blipFill>
        <p:spPr>
          <a:xfrm>
            <a:off x="300037" y="2971800"/>
            <a:ext cx="1908176" cy="3460751"/>
          </a:xfrm>
          <a:prstGeom prst="rect">
            <a:avLst/>
          </a:prstGeom>
        </p:spPr>
      </p:pic>
      <p:pic>
        <p:nvPicPr>
          <p:cNvPr id="1025" name="Marcador de posición de imagen 1024"/>
          <p:cNvPicPr>
            <a:picLocks noGrp="1" noChangeAspect="1"/>
          </p:cNvPicPr>
          <p:nvPr>
            <p:ph type="pic" sz="quarter" idx="4294967295"/>
          </p:nvPr>
        </p:nvPicPr>
        <p:blipFill>
          <a:blip r:embed="rId6" cstate="print">
            <a:extLst>
              <a:ext uri="{28A0092B-C50C-407E-A947-70E740481C1C}">
                <a14:useLocalDpi xmlns:a14="http://schemas.microsoft.com/office/drawing/2010/main" val="0"/>
              </a:ext>
            </a:extLst>
          </a:blip>
          <a:srcRect l="9446" r="9446"/>
          <a:stretch>
            <a:fillRect/>
          </a:stretch>
        </p:blipFill>
        <p:spPr>
          <a:xfrm>
            <a:off x="8077200" y="3136899"/>
            <a:ext cx="1871663" cy="3424240"/>
          </a:xfrm>
          <a:prstGeom prst="rect">
            <a:avLst/>
          </a:prstGeom>
        </p:spPr>
      </p:pic>
      <p:sp>
        <p:nvSpPr>
          <p:cNvPr id="1030" name="Rectángulo 1029"/>
          <p:cNvSpPr/>
          <p:nvPr/>
        </p:nvSpPr>
        <p:spPr>
          <a:xfrm>
            <a:off x="2362200" y="6267450"/>
            <a:ext cx="3448050" cy="104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31" name="Rectángulo 1030"/>
          <p:cNvSpPr/>
          <p:nvPr/>
        </p:nvSpPr>
        <p:spPr>
          <a:xfrm>
            <a:off x="9013031" y="2147700"/>
            <a:ext cx="1871664" cy="12813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Rectángulo 14"/>
          <p:cNvSpPr/>
          <p:nvPr/>
        </p:nvSpPr>
        <p:spPr>
          <a:xfrm>
            <a:off x="9137650" y="2306166"/>
            <a:ext cx="1622426" cy="964367"/>
          </a:xfrm>
          <a:prstGeom prst="rect">
            <a:avLst/>
          </a:prstGeom>
        </p:spPr>
        <p:txBody>
          <a:bodyPr wrap="square">
            <a:spAutoFit/>
          </a:bodyPr>
          <a:lstStyle/>
          <a:p>
            <a:pPr algn="ctr">
              <a:lnSpc>
                <a:spcPts val="1700"/>
              </a:lnSpc>
            </a:pPr>
            <a:r>
              <a:rPr lang="es-ES" sz="1200" b="1" dirty="0">
                <a:latin typeface="Swis721 Cn BT" panose="020B0506020202030204" pitchFamily="34" charset="0"/>
                <a:cs typeface="Arial" panose="020B0604020202020204" pitchFamily="34" charset="0"/>
              </a:rPr>
              <a:t>Creemos que una buena solución técnica define la experiencia del usuario.</a:t>
            </a:r>
            <a:endParaRPr lang="es-CL" sz="1200" b="1" dirty="0">
              <a:latin typeface="Swis721 Cn BT" panose="020B0506020202030204" pitchFamily="34" charset="0"/>
              <a:cs typeface="Arial" panose="020B0604020202020204" pitchFamily="34" charset="0"/>
            </a:endParaRPr>
          </a:p>
        </p:txBody>
      </p:sp>
      <p:sp>
        <p:nvSpPr>
          <p:cNvPr id="72" name="CuadroTexto 71"/>
          <p:cNvSpPr txBox="1"/>
          <p:nvPr/>
        </p:nvSpPr>
        <p:spPr>
          <a:xfrm>
            <a:off x="674688" y="598959"/>
            <a:ext cx="2640011" cy="230832"/>
          </a:xfrm>
          <a:prstGeom prst="rect">
            <a:avLst/>
          </a:prstGeom>
          <a:noFill/>
        </p:spPr>
        <p:txBody>
          <a:bodyPr wrap="square" rtlCol="0">
            <a:spAutoFit/>
          </a:bodyPr>
          <a:lstStyle/>
          <a:p>
            <a:r>
              <a:rPr lang="es-CL" sz="900" spc="300" dirty="0" smtClean="0">
                <a:solidFill>
                  <a:schemeClr val="bg1">
                    <a:lumMod val="50000"/>
                  </a:schemeClr>
                </a:solidFill>
                <a:latin typeface="Swis721 Cn BT" panose="020B0506020202030204" pitchFamily="34" charset="0"/>
              </a:rPr>
              <a:t>METODOLOGIA DE TRABAJO</a:t>
            </a:r>
            <a:endParaRPr lang="es-CL" sz="900" spc="300" dirty="0">
              <a:solidFill>
                <a:schemeClr val="bg1">
                  <a:lumMod val="50000"/>
                </a:schemeClr>
              </a:solidFill>
              <a:latin typeface="Swis721 Cn BT" panose="020B0506020202030204" pitchFamily="34" charset="0"/>
            </a:endParaRPr>
          </a:p>
        </p:txBody>
      </p:sp>
      <p:sp>
        <p:nvSpPr>
          <p:cNvPr id="1032" name="Rectángulo 1031"/>
          <p:cNvSpPr/>
          <p:nvPr/>
        </p:nvSpPr>
        <p:spPr>
          <a:xfrm>
            <a:off x="317500" y="3136898"/>
            <a:ext cx="5741988" cy="342424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4" name="CuadroTexto 13"/>
          <p:cNvSpPr txBox="1"/>
          <p:nvPr/>
        </p:nvSpPr>
        <p:spPr>
          <a:xfrm rot="16200000">
            <a:off x="-2645290" y="135991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8028307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3731748" y="3062233"/>
            <a:ext cx="4728504" cy="733534"/>
          </a:xfrm>
          <a:prstGeom prst="rect">
            <a:avLst/>
          </a:prstGeom>
          <a:noFill/>
        </p:spPr>
        <p:txBody>
          <a:bodyPr wrap="square" rtlCol="0">
            <a:spAutoFit/>
          </a:bodyPr>
          <a:lstStyle/>
          <a:p>
            <a:pPr>
              <a:lnSpc>
                <a:spcPts val="5000"/>
              </a:lnSpc>
            </a:pPr>
            <a:r>
              <a:rPr lang="es-ES" sz="4400" b="1" dirty="0" smtClean="0">
                <a:solidFill>
                  <a:srgbClr val="006BFF"/>
                </a:solidFill>
                <a:latin typeface="Swis721 Cn BT" panose="020B0506020202030204" pitchFamily="34" charset="0"/>
              </a:rPr>
              <a:t>DIAPOSITIVAS TIPO</a:t>
            </a:r>
            <a:endParaRPr lang="es-CL" sz="4400" b="1" dirty="0">
              <a:solidFill>
                <a:srgbClr val="006BFF"/>
              </a:solidFill>
              <a:latin typeface="Swis721 Cn BT" panose="020B0506020202030204" pitchFamily="34" charset="0"/>
            </a:endParaRPr>
          </a:p>
        </p:txBody>
      </p:sp>
    </p:spTree>
    <p:extLst>
      <p:ext uri="{BB962C8B-B14F-4D97-AF65-F5344CB8AC3E}">
        <p14:creationId xmlns:p14="http://schemas.microsoft.com/office/powerpoint/2010/main" val="1394025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1235075" y="1415158"/>
            <a:ext cx="4386482" cy="4316823"/>
          </a:xfrm>
          <a:prstGeom prst="rect">
            <a:avLst/>
          </a:prstGeom>
        </p:spPr>
        <p:txBody>
          <a:bodyPr wrap="square">
            <a:spAutoFit/>
          </a:bodyPr>
          <a:lstStyle/>
          <a:p>
            <a:pPr>
              <a:lnSpc>
                <a:spcPct val="150000"/>
              </a:lnSpc>
            </a:pPr>
            <a:r>
              <a:rPr lang="pt-BR" sz="800" dirty="0" smtClean="0">
                <a:latin typeface="Arial" panose="020B0604020202020204" pitchFamily="34" charset="0"/>
                <a:cs typeface="Arial" panose="020B0604020202020204" pitchFamily="34" charset="0"/>
              </a:rPr>
              <a:t>1  PORTADA</a:t>
            </a:r>
          </a:p>
          <a:p>
            <a:pPr>
              <a:lnSpc>
                <a:spcPct val="150000"/>
              </a:lnSpc>
            </a:pPr>
            <a:r>
              <a:rPr lang="pt-BR" sz="800" dirty="0" smtClean="0">
                <a:latin typeface="Arial" panose="020B0604020202020204" pitchFamily="34" charset="0"/>
                <a:cs typeface="Arial" panose="020B0604020202020204" pitchFamily="34" charset="0"/>
              </a:rPr>
              <a:t>2  SEPARADOR</a:t>
            </a:r>
          </a:p>
          <a:p>
            <a:pPr>
              <a:lnSpc>
                <a:spcPct val="150000"/>
              </a:lnSpc>
            </a:pPr>
            <a:r>
              <a:rPr lang="pt-BR" sz="800" dirty="0" smtClean="0">
                <a:latin typeface="Arial" panose="020B0604020202020204" pitchFamily="34" charset="0"/>
                <a:cs typeface="Arial" panose="020B0604020202020204" pitchFamily="34" charset="0"/>
              </a:rPr>
              <a:t>3  SÓLO TEXTO</a:t>
            </a:r>
          </a:p>
          <a:p>
            <a:pPr>
              <a:lnSpc>
                <a:spcPct val="150000"/>
              </a:lnSpc>
            </a:pPr>
            <a:r>
              <a:rPr lang="pt-BR" sz="800" dirty="0" smtClean="0">
                <a:latin typeface="Arial" panose="020B0604020202020204" pitchFamily="34" charset="0"/>
                <a:cs typeface="Arial" panose="020B0604020202020204" pitchFamily="34" charset="0"/>
              </a:rPr>
              <a:t>4  IMAGEN +  TÍTULO</a:t>
            </a:r>
          </a:p>
          <a:p>
            <a:pPr>
              <a:lnSpc>
                <a:spcPct val="150000"/>
              </a:lnSpc>
            </a:pPr>
            <a:r>
              <a:rPr lang="pt-BR" sz="800" dirty="0" smtClean="0">
                <a:latin typeface="Arial" panose="020B0604020202020204" pitchFamily="34" charset="0"/>
                <a:cs typeface="Arial" panose="020B0604020202020204" pitchFamily="34" charset="0"/>
              </a:rPr>
              <a:t>5  IMAGEN +  CITA</a:t>
            </a:r>
          </a:p>
          <a:p>
            <a:pPr>
              <a:lnSpc>
                <a:spcPct val="150000"/>
              </a:lnSpc>
            </a:pPr>
            <a:r>
              <a:rPr lang="pt-BR" sz="800" dirty="0" smtClean="0">
                <a:latin typeface="Arial" panose="020B0604020202020204" pitchFamily="34" charset="0"/>
                <a:cs typeface="Arial" panose="020B0604020202020204" pitchFamily="34" charset="0"/>
              </a:rPr>
              <a:t>6  IMAGEN +  TÍTULO +  PÁRRAFO</a:t>
            </a:r>
          </a:p>
          <a:p>
            <a:pPr>
              <a:lnSpc>
                <a:spcPct val="150000"/>
              </a:lnSpc>
            </a:pPr>
            <a:r>
              <a:rPr lang="pt-BR" sz="800" dirty="0" smtClean="0">
                <a:latin typeface="Arial" panose="020B0604020202020204" pitchFamily="34" charset="0"/>
                <a:cs typeface="Arial" panose="020B0604020202020204" pitchFamily="34" charset="0"/>
              </a:rPr>
              <a:t>7  IMAGEN +  TÍTULO +  PÁRRAFO + DESTACADO</a:t>
            </a:r>
          </a:p>
          <a:p>
            <a:pPr>
              <a:lnSpc>
                <a:spcPct val="150000"/>
              </a:lnSpc>
            </a:pPr>
            <a:r>
              <a:rPr lang="pt-BR" sz="800" dirty="0" smtClean="0">
                <a:latin typeface="Arial" panose="020B0604020202020204" pitchFamily="34" charset="0"/>
                <a:cs typeface="Arial" panose="020B0604020202020204" pitchFamily="34" charset="0"/>
              </a:rPr>
              <a:t>8  IMAGEN +  PÁRRAFO + DESTACADO</a:t>
            </a:r>
          </a:p>
          <a:p>
            <a:pPr>
              <a:lnSpc>
                <a:spcPct val="150000"/>
              </a:lnSpc>
            </a:pPr>
            <a:r>
              <a:rPr lang="pt-BR" sz="800" dirty="0" smtClean="0">
                <a:latin typeface="Arial" panose="020B0604020202020204" pitchFamily="34" charset="0"/>
                <a:cs typeface="Arial" panose="020B0604020202020204" pitchFamily="34" charset="0"/>
              </a:rPr>
              <a:t>9  IMAGEN +  TÍTULO +  LISTA</a:t>
            </a:r>
          </a:p>
          <a:p>
            <a:pPr>
              <a:lnSpc>
                <a:spcPct val="150000"/>
              </a:lnSpc>
            </a:pPr>
            <a:r>
              <a:rPr lang="pt-BR" sz="800" dirty="0" smtClean="0">
                <a:latin typeface="Arial" panose="020B0604020202020204" pitchFamily="34" charset="0"/>
                <a:cs typeface="Arial" panose="020B0604020202020204" pitchFamily="34" charset="0"/>
              </a:rPr>
              <a:t>10  IMAGEN +  LISTA</a:t>
            </a:r>
          </a:p>
          <a:p>
            <a:pPr>
              <a:lnSpc>
                <a:spcPct val="150000"/>
              </a:lnSpc>
            </a:pPr>
            <a:r>
              <a:rPr lang="pt-BR" sz="800" dirty="0" smtClean="0">
                <a:latin typeface="Arial" panose="020B0604020202020204" pitchFamily="34" charset="0"/>
                <a:cs typeface="Arial" panose="020B0604020202020204" pitchFamily="34" charset="0"/>
              </a:rPr>
              <a:t>11  TÍTULO +  PÁRRAFO</a:t>
            </a:r>
          </a:p>
          <a:p>
            <a:pPr>
              <a:lnSpc>
                <a:spcPct val="150000"/>
              </a:lnSpc>
            </a:pPr>
            <a:r>
              <a:rPr lang="pt-BR" sz="800" dirty="0" smtClean="0">
                <a:latin typeface="Arial" panose="020B0604020202020204" pitchFamily="34" charset="0"/>
                <a:cs typeface="Arial" panose="020B0604020202020204" pitchFamily="34" charset="0"/>
              </a:rPr>
              <a:t>12  TÍTULO +  PÁRRAFO + DESTACADO</a:t>
            </a:r>
          </a:p>
          <a:p>
            <a:pPr>
              <a:lnSpc>
                <a:spcPct val="150000"/>
              </a:lnSpc>
            </a:pPr>
            <a:r>
              <a:rPr lang="pt-BR" sz="800" dirty="0" smtClean="0">
                <a:latin typeface="Arial" panose="020B0604020202020204" pitchFamily="34" charset="0"/>
                <a:cs typeface="Arial" panose="020B0604020202020204" pitchFamily="34" charset="0"/>
              </a:rPr>
              <a:t>13  TÍTULO +  PÁRRAFO + GRÁFICO</a:t>
            </a:r>
          </a:p>
          <a:p>
            <a:pPr>
              <a:lnSpc>
                <a:spcPct val="150000"/>
              </a:lnSpc>
            </a:pPr>
            <a:r>
              <a:rPr lang="pt-BR" sz="800" dirty="0" smtClean="0">
                <a:latin typeface="Arial" panose="020B0604020202020204" pitchFamily="34" charset="0"/>
                <a:cs typeface="Arial" panose="020B0604020202020204" pitchFamily="34" charset="0"/>
              </a:rPr>
              <a:t>14  TÍTULO +  LISTA</a:t>
            </a:r>
          </a:p>
          <a:p>
            <a:pPr>
              <a:lnSpc>
                <a:spcPct val="150000"/>
              </a:lnSpc>
            </a:pPr>
            <a:r>
              <a:rPr lang="pt-BR" sz="800" dirty="0" smtClean="0">
                <a:latin typeface="Arial" panose="020B0604020202020204" pitchFamily="34" charset="0"/>
                <a:cs typeface="Arial" panose="020B0604020202020204" pitchFamily="34" charset="0"/>
              </a:rPr>
              <a:t>15  TÍTULO +  GRÁFICO</a:t>
            </a:r>
          </a:p>
          <a:p>
            <a:pPr>
              <a:lnSpc>
                <a:spcPct val="150000"/>
              </a:lnSpc>
            </a:pPr>
            <a:r>
              <a:rPr lang="pt-BR" sz="800" dirty="0" smtClean="0">
                <a:latin typeface="Arial" panose="020B0604020202020204" pitchFamily="34" charset="0"/>
                <a:cs typeface="Arial" panose="020B0604020202020204" pitchFamily="34" charset="0"/>
              </a:rPr>
              <a:t>16  TÍTULO +  TABLA</a:t>
            </a:r>
          </a:p>
          <a:p>
            <a:pPr>
              <a:lnSpc>
                <a:spcPct val="150000"/>
              </a:lnSpc>
            </a:pPr>
            <a:r>
              <a:rPr lang="pt-BR" sz="800" dirty="0" smtClean="0">
                <a:latin typeface="Arial" panose="020B0604020202020204" pitchFamily="34" charset="0"/>
                <a:cs typeface="Arial" panose="020B0604020202020204" pitchFamily="34" charset="0"/>
              </a:rPr>
              <a:t>17  MULTIPLES IMÁGENES</a:t>
            </a:r>
          </a:p>
          <a:p>
            <a:pPr>
              <a:lnSpc>
                <a:spcPct val="150000"/>
              </a:lnSpc>
            </a:pPr>
            <a:r>
              <a:rPr lang="pt-BR" sz="800" dirty="0" smtClean="0">
                <a:latin typeface="Arial" panose="020B0604020202020204" pitchFamily="34" charset="0"/>
                <a:cs typeface="Arial" panose="020B0604020202020204" pitchFamily="34" charset="0"/>
              </a:rPr>
              <a:t>18  MULTIPLES IMÁGENES + TÍTULO</a:t>
            </a:r>
          </a:p>
          <a:p>
            <a:pPr>
              <a:lnSpc>
                <a:spcPct val="150000"/>
              </a:lnSpc>
            </a:pPr>
            <a:r>
              <a:rPr lang="pt-BR" sz="800" dirty="0" smtClean="0">
                <a:latin typeface="Arial" panose="020B0604020202020204" pitchFamily="34" charset="0"/>
                <a:cs typeface="Arial" panose="020B0604020202020204" pitchFamily="34" charset="0"/>
              </a:rPr>
              <a:t>19  MULTIPLES IMÁGENES +  TÍTULO +  PÁRRAFO</a:t>
            </a:r>
          </a:p>
          <a:p>
            <a:pPr>
              <a:lnSpc>
                <a:spcPct val="150000"/>
              </a:lnSpc>
            </a:pPr>
            <a:r>
              <a:rPr lang="pt-BR" sz="800" dirty="0" smtClean="0">
                <a:latin typeface="Arial" panose="020B0604020202020204" pitchFamily="34" charset="0"/>
                <a:cs typeface="Arial" panose="020B0604020202020204" pitchFamily="34" charset="0"/>
              </a:rPr>
              <a:t>20  MULTIPLES IMÁGENES +   DESTACADO</a:t>
            </a:r>
          </a:p>
          <a:p>
            <a:pPr>
              <a:lnSpc>
                <a:spcPct val="150000"/>
              </a:lnSpc>
            </a:pPr>
            <a:r>
              <a:rPr lang="pt-BR" sz="800" dirty="0" smtClean="0">
                <a:latin typeface="Arial" panose="020B0604020202020204" pitchFamily="34" charset="0"/>
                <a:cs typeface="Arial" panose="020B0604020202020204" pitchFamily="34" charset="0"/>
              </a:rPr>
              <a:t>21  GRILLA EQUIPO</a:t>
            </a:r>
          </a:p>
          <a:p>
            <a:pPr>
              <a:lnSpc>
                <a:spcPct val="150000"/>
              </a:lnSpc>
            </a:pPr>
            <a:r>
              <a:rPr lang="pt-BR" sz="800" dirty="0" smtClean="0">
                <a:latin typeface="Arial" panose="020B0604020202020204" pitchFamily="34" charset="0"/>
                <a:cs typeface="Arial" panose="020B0604020202020204" pitchFamily="34" charset="0"/>
              </a:rPr>
              <a:t>22  CONTACTO</a:t>
            </a:r>
          </a:p>
          <a:p>
            <a:pPr>
              <a:lnSpc>
                <a:spcPct val="150000"/>
              </a:lnSpc>
            </a:pPr>
            <a:r>
              <a:rPr lang="pt-BR" sz="800" dirty="0" smtClean="0">
                <a:latin typeface="Arial" panose="020B0604020202020204" pitchFamily="34" charset="0"/>
                <a:cs typeface="Arial" panose="020B0604020202020204" pitchFamily="34" charset="0"/>
              </a:rPr>
              <a:t>23  CIERRE</a:t>
            </a:r>
            <a:endParaRPr lang="pt-BR" sz="800" dirty="0">
              <a:latin typeface="Arial" panose="020B0604020202020204" pitchFamily="34" charset="0"/>
              <a:cs typeface="Arial" panose="020B0604020202020204" pitchFamily="34" charset="0"/>
            </a:endParaRPr>
          </a:p>
        </p:txBody>
      </p:sp>
      <p:sp>
        <p:nvSpPr>
          <p:cNvPr id="3" name="object 2">
            <a:extLst>
              <a:ext uri="{FF2B5EF4-FFF2-40B4-BE49-F238E27FC236}">
                <a16:creationId xmlns:a16="http://schemas.microsoft.com/office/drawing/2014/main" id="{75727103-9E6C-7660-55F7-47A9FACFC27B}"/>
              </a:ext>
            </a:extLst>
          </p:cNvPr>
          <p:cNvSpPr txBox="1">
            <a:spLocks/>
          </p:cNvSpPr>
          <p:nvPr/>
        </p:nvSpPr>
        <p:spPr>
          <a:xfrm>
            <a:off x="1200150" y="730688"/>
            <a:ext cx="5657850" cy="502702"/>
          </a:xfrm>
          <a:prstGeom prst="rect">
            <a:avLst/>
          </a:prstGeom>
          <a:noFill/>
        </p:spPr>
        <p:txBody>
          <a:bodyPr wrap="square" rtlCol="0">
            <a:spAutoFit/>
          </a:bodyPr>
          <a:lstStyle>
            <a:defPPr>
              <a:defRPr lang="es-CL"/>
            </a:defPPr>
            <a:lvl1pPr>
              <a:lnSpc>
                <a:spcPts val="3000"/>
              </a:lnSpc>
              <a:defRPr sz="2800" b="1">
                <a:latin typeface="Swis721 Cn BT" panose="020B0506020202030204" pitchFamily="34" charset="0"/>
              </a:defRPr>
            </a:lvl1pPr>
          </a:lstStyle>
          <a:p>
            <a:pPr>
              <a:lnSpc>
                <a:spcPts val="3200"/>
              </a:lnSpc>
            </a:pPr>
            <a:r>
              <a:rPr lang="es-ES" sz="3200" dirty="0" smtClean="0"/>
              <a:t>LISTADO DIAPOSITIVAS </a:t>
            </a:r>
            <a:r>
              <a:rPr lang="es-ES" sz="3200" dirty="0" smtClean="0">
                <a:solidFill>
                  <a:srgbClr val="006BFF"/>
                </a:solidFill>
              </a:rPr>
              <a:t>TIPO</a:t>
            </a:r>
            <a:endParaRPr lang="es-CL" sz="3200" dirty="0">
              <a:solidFill>
                <a:srgbClr val="006BFF"/>
              </a:solidFill>
            </a:endParaRPr>
          </a:p>
        </p:txBody>
      </p:sp>
    </p:spTree>
    <p:extLst>
      <p:ext uri="{BB962C8B-B14F-4D97-AF65-F5344CB8AC3E}">
        <p14:creationId xmlns:p14="http://schemas.microsoft.com/office/powerpoint/2010/main" val="14868477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79425" y="6150918"/>
            <a:ext cx="2263776" cy="230832"/>
          </a:xfrm>
          <a:prstGeom prst="rect">
            <a:avLst/>
          </a:prstGeom>
          <a:noFill/>
        </p:spPr>
        <p:txBody>
          <a:bodyPr wrap="square" rtlCol="0">
            <a:spAutoFit/>
          </a:bodyPr>
          <a:lstStyle/>
          <a:p>
            <a:r>
              <a:rPr lang="es-CL" sz="900" spc="300" dirty="0">
                <a:solidFill>
                  <a:schemeClr val="bg1"/>
                </a:solidFill>
                <a:latin typeface="Swis721 BT" panose="020B0504020202020204" pitchFamily="34" charset="0"/>
              </a:rPr>
              <a:t>MOBILARQUITECTOS.CL</a:t>
            </a:r>
          </a:p>
        </p:txBody>
      </p:sp>
      <p:sp>
        <p:nvSpPr>
          <p:cNvPr id="3" name="CuadroTexto 2"/>
          <p:cNvSpPr txBox="1"/>
          <p:nvPr/>
        </p:nvSpPr>
        <p:spPr>
          <a:xfrm>
            <a:off x="8904288" y="6150918"/>
            <a:ext cx="2808287" cy="230832"/>
          </a:xfrm>
          <a:prstGeom prst="rect">
            <a:avLst/>
          </a:prstGeom>
          <a:noFill/>
        </p:spPr>
        <p:txBody>
          <a:bodyPr wrap="square" rtlCol="0">
            <a:spAutoFit/>
          </a:bodyPr>
          <a:lstStyle>
            <a:defPPr>
              <a:defRPr lang="es-CL"/>
            </a:defPPr>
            <a:lvl1pPr>
              <a:defRPr sz="900" spc="300">
                <a:solidFill>
                  <a:schemeClr val="bg1"/>
                </a:solidFill>
                <a:latin typeface="Swis721 BT" panose="020B0504020202020204" pitchFamily="34" charset="0"/>
              </a:defRPr>
            </a:lvl1pPr>
          </a:lstStyle>
          <a:p>
            <a:r>
              <a:rPr lang="es-CL" dirty="0" smtClean="0"/>
              <a:t>INFO@MOBILARQUITECTOS.CL</a:t>
            </a:r>
            <a:endParaRPr lang="es-CL" dirty="0"/>
          </a:p>
        </p:txBody>
      </p:sp>
    </p:spTree>
    <p:extLst>
      <p:ext uri="{BB962C8B-B14F-4D97-AF65-F5344CB8AC3E}">
        <p14:creationId xmlns:p14="http://schemas.microsoft.com/office/powerpoint/2010/main" val="18406608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450975" y="851511"/>
            <a:ext cx="2773363" cy="230832"/>
          </a:xfrm>
          <a:prstGeom prst="rect">
            <a:avLst/>
          </a:prstGeom>
          <a:noFill/>
        </p:spPr>
        <p:txBody>
          <a:bodyPr wrap="square" rtlCol="0">
            <a:spAutoFit/>
          </a:bodyPr>
          <a:lstStyle/>
          <a:p>
            <a:r>
              <a:rPr lang="es-CL" sz="900" spc="300" dirty="0">
                <a:solidFill>
                  <a:schemeClr val="bg1">
                    <a:lumMod val="50000"/>
                  </a:schemeClr>
                </a:solidFill>
                <a:latin typeface="Swis721 BT" panose="020B0504020202020204" pitchFamily="34" charset="0"/>
              </a:rPr>
              <a:t>MOBIL ARQUITECTOS </a:t>
            </a:r>
          </a:p>
        </p:txBody>
      </p:sp>
      <p:sp>
        <p:nvSpPr>
          <p:cNvPr id="2" name="CuadroTexto 1"/>
          <p:cNvSpPr txBox="1"/>
          <p:nvPr/>
        </p:nvSpPr>
        <p:spPr>
          <a:xfrm>
            <a:off x="1271589" y="3838471"/>
            <a:ext cx="3816350" cy="769441"/>
          </a:xfrm>
          <a:prstGeom prst="rect">
            <a:avLst/>
          </a:prstGeom>
          <a:noFill/>
        </p:spPr>
        <p:txBody>
          <a:bodyPr wrap="square" rtlCol="0">
            <a:spAutoFit/>
          </a:bodyPr>
          <a:lstStyle/>
          <a:p>
            <a:r>
              <a:rPr lang="es-CL" sz="4400" b="1" dirty="0" smtClean="0">
                <a:latin typeface="Swis721 BT" panose="020B0504020202020204" pitchFamily="34" charset="0"/>
              </a:rPr>
              <a:t>SEPARADOR</a:t>
            </a:r>
            <a:endParaRPr lang="es-CL" sz="4400" b="1" dirty="0">
              <a:latin typeface="Swis721 BT" panose="020B0504020202020204" pitchFamily="34" charset="0"/>
            </a:endParaRPr>
          </a:p>
        </p:txBody>
      </p:sp>
      <p:sp>
        <p:nvSpPr>
          <p:cNvPr id="4" name="CuadroTexto 3"/>
          <p:cNvSpPr txBox="1"/>
          <p:nvPr/>
        </p:nvSpPr>
        <p:spPr>
          <a:xfrm rot="16200000">
            <a:off x="-2645290" y="1606139"/>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TIPOGRAFÍA?</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36318738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771775" y="2281462"/>
            <a:ext cx="6486525" cy="1736822"/>
          </a:xfrm>
          <a:prstGeom prst="rect">
            <a:avLst/>
          </a:prstGeom>
        </p:spPr>
        <p:txBody>
          <a:bodyPr wrap="square">
            <a:spAutoFit/>
          </a:bodyPr>
          <a:lstStyle/>
          <a:p>
            <a:pPr algn="ctr">
              <a:lnSpc>
                <a:spcPts val="2600"/>
              </a:lnSpc>
            </a:pPr>
            <a:r>
              <a:rPr lang="es-ES" sz="2000" b="1" dirty="0">
                <a:latin typeface="Swis721 Cn BT" panose="020B0506020202030204" pitchFamily="34" charset="0"/>
              </a:rPr>
              <a:t>Su habitación, una habitación normal, aunque muy pequeña, tenía el aspecto habitual. Sobre la mesa había desparramado un muestrario de paños - </a:t>
            </a:r>
            <a:r>
              <a:rPr lang="es-ES" sz="2000" b="1" dirty="0" err="1">
                <a:latin typeface="Swis721 Cn BT" panose="020B0506020202030204" pitchFamily="34" charset="0"/>
              </a:rPr>
              <a:t>Samsa</a:t>
            </a:r>
            <a:r>
              <a:rPr lang="es-ES" sz="2000" b="1" dirty="0">
                <a:latin typeface="Swis721 Cn BT" panose="020B0506020202030204" pitchFamily="34" charset="0"/>
              </a:rPr>
              <a:t> era viajante de comercio-, y de la pared colgaba una estampa recientemente recortada de una revista ilustrada y puesta en un marco dorado.</a:t>
            </a:r>
            <a:endParaRPr lang="es-CL" sz="2000" b="1" dirty="0">
              <a:latin typeface="Swis721 Cn BT" panose="020B0506020202030204" pitchFamily="34" charset="0"/>
            </a:endParaRPr>
          </a:p>
        </p:txBody>
      </p:sp>
      <p:sp>
        <p:nvSpPr>
          <p:cNvPr id="4" name="CuadroTexto 3"/>
          <p:cNvSpPr txBox="1"/>
          <p:nvPr/>
        </p:nvSpPr>
        <p:spPr>
          <a:xfrm>
            <a:off x="8156575" y="4476750"/>
            <a:ext cx="1254125" cy="230832"/>
          </a:xfrm>
          <a:prstGeom prst="rect">
            <a:avLst/>
          </a:prstGeom>
          <a:noFill/>
        </p:spPr>
        <p:txBody>
          <a:bodyPr wrap="square" rtlCol="0">
            <a:spAutoFit/>
          </a:bodyPr>
          <a:lstStyle/>
          <a:p>
            <a:r>
              <a:rPr lang="es-CL" sz="900" dirty="0" err="1" smtClean="0">
                <a:solidFill>
                  <a:schemeClr val="bg1">
                    <a:lumMod val="50000"/>
                  </a:schemeClr>
                </a:solidFill>
                <a:latin typeface="Swis721 Cn BT" panose="020B0506020202030204" pitchFamily="34" charset="0"/>
              </a:rPr>
              <a:t>Mobil</a:t>
            </a:r>
            <a:r>
              <a:rPr lang="es-CL" sz="900" dirty="0" smtClean="0">
                <a:solidFill>
                  <a:schemeClr val="bg1">
                    <a:lumMod val="50000"/>
                  </a:schemeClr>
                </a:solidFill>
                <a:latin typeface="Swis721 Cn BT" panose="020B0506020202030204" pitchFamily="34" charset="0"/>
              </a:rPr>
              <a:t> Arquitectos </a:t>
            </a:r>
            <a:endParaRPr lang="es-CL" sz="900" dirty="0">
              <a:solidFill>
                <a:schemeClr val="bg1">
                  <a:lumMod val="50000"/>
                </a:schemeClr>
              </a:solidFill>
              <a:latin typeface="Swis721 Cn BT" panose="020B0506020202030204" pitchFamily="34" charset="0"/>
            </a:endParaRPr>
          </a:p>
        </p:txBody>
      </p:sp>
    </p:spTree>
    <p:extLst>
      <p:ext uri="{BB962C8B-B14F-4D97-AF65-F5344CB8AC3E}">
        <p14:creationId xmlns:p14="http://schemas.microsoft.com/office/powerpoint/2010/main" val="31488308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imagen 2"/>
          <p:cNvSpPr>
            <a:spLocks noGrp="1"/>
          </p:cNvSpPr>
          <p:nvPr>
            <p:ph type="pic" sz="quarter" idx="11"/>
          </p:nvPr>
        </p:nvSpPr>
        <p:spPr/>
      </p:sp>
      <p:sp>
        <p:nvSpPr>
          <p:cNvPr id="10" name="CuadroTexto 9"/>
          <p:cNvSpPr txBox="1"/>
          <p:nvPr/>
        </p:nvSpPr>
        <p:spPr>
          <a:xfrm>
            <a:off x="2980650" y="1368846"/>
            <a:ext cx="6874604" cy="1284967"/>
          </a:xfrm>
          <a:prstGeom prst="rect">
            <a:avLst/>
          </a:prstGeom>
          <a:noFill/>
        </p:spPr>
        <p:txBody>
          <a:bodyPr wrap="square" rtlCol="0">
            <a:spAutoFit/>
          </a:bodyPr>
          <a:lstStyle/>
          <a:p>
            <a:pPr algn="ctr">
              <a:lnSpc>
                <a:spcPts val="31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5" name="CuadroTexto 4"/>
          <p:cNvSpPr txBox="1"/>
          <p:nvPr/>
        </p:nvSpPr>
        <p:spPr>
          <a:xfrm>
            <a:off x="4829422" y="872313"/>
            <a:ext cx="1988644"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Tree>
    <p:extLst>
      <p:ext uri="{BB962C8B-B14F-4D97-AF65-F5344CB8AC3E}">
        <p14:creationId xmlns:p14="http://schemas.microsoft.com/office/powerpoint/2010/main" val="28878750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3422650" y="1303991"/>
            <a:ext cx="4802187" cy="1092607"/>
          </a:xfrm>
          <a:prstGeom prst="rect">
            <a:avLst/>
          </a:prstGeom>
        </p:spPr>
        <p:txBody>
          <a:bodyPr wrap="square">
            <a:spAutoFit/>
          </a:bodyPr>
          <a:lstStyle/>
          <a:p>
            <a:pPr algn="ctr">
              <a:lnSpc>
                <a:spcPts val="2600"/>
              </a:lnSpc>
            </a:pPr>
            <a:r>
              <a:rPr lang="es-ES" sz="2200" b="1" dirty="0">
                <a:latin typeface="Swis721 Cn BT" panose="020B0506020202030204" pitchFamily="34" charset="0"/>
              </a:rPr>
              <a:t>Una mañana, tras un sueño intranquilo, Gregorio </a:t>
            </a:r>
            <a:r>
              <a:rPr lang="es-ES" sz="2200" b="1" dirty="0" err="1">
                <a:latin typeface="Swis721 Cn BT" panose="020B0506020202030204" pitchFamily="34" charset="0"/>
              </a:rPr>
              <a:t>Samsa</a:t>
            </a:r>
            <a:r>
              <a:rPr lang="es-ES" sz="2200" b="1" dirty="0">
                <a:latin typeface="Swis721 Cn BT" panose="020B0506020202030204" pitchFamily="34" charset="0"/>
              </a:rPr>
              <a:t> se despertó convertido en un monstruoso insecto.</a:t>
            </a:r>
            <a:endParaRPr lang="es-CL" sz="2200" b="1" dirty="0">
              <a:latin typeface="Swis721 Cn BT" panose="020B0506020202030204" pitchFamily="34" charset="0"/>
            </a:endParaRPr>
          </a:p>
        </p:txBody>
      </p:sp>
      <p:sp>
        <p:nvSpPr>
          <p:cNvPr id="6" name="CuadroTexto 5"/>
          <p:cNvSpPr txBox="1"/>
          <p:nvPr/>
        </p:nvSpPr>
        <p:spPr>
          <a:xfrm>
            <a:off x="4829422" y="872313"/>
            <a:ext cx="1988644"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a:t>
            </a:r>
            <a:r>
              <a:rPr lang="es-CL" sz="800" spc="300" dirty="0">
                <a:solidFill>
                  <a:schemeClr val="bg1">
                    <a:lumMod val="50000"/>
                  </a:schemeClr>
                </a:solidFill>
                <a:latin typeface="Swis721 Cn BT" panose="020B0506020202030204" pitchFamily="34" charset="0"/>
              </a:rPr>
              <a:t> ARQUITECTOS </a:t>
            </a:r>
          </a:p>
        </p:txBody>
      </p:sp>
      <p:sp>
        <p:nvSpPr>
          <p:cNvPr id="3" name="Marcador de posición de imagen 2"/>
          <p:cNvSpPr>
            <a:spLocks noGrp="1"/>
          </p:cNvSpPr>
          <p:nvPr>
            <p:ph type="pic" sz="quarter" idx="11"/>
          </p:nvPr>
        </p:nvSpPr>
        <p:spPr/>
      </p:sp>
    </p:spTree>
    <p:extLst>
      <p:ext uri="{BB962C8B-B14F-4D97-AF65-F5344CB8AC3E}">
        <p14:creationId xmlns:p14="http://schemas.microsoft.com/office/powerpoint/2010/main" val="27261159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4829422" y="872313"/>
            <a:ext cx="1988644" cy="215444"/>
          </a:xfrm>
          <a:prstGeom prst="rect">
            <a:avLst/>
          </a:prstGeom>
          <a:noFill/>
        </p:spPr>
        <p:txBody>
          <a:bodyPr wrap="square" rtlCol="0">
            <a:spAutoFit/>
          </a:bodyPr>
          <a:lstStyle/>
          <a:p>
            <a:r>
              <a:rPr lang="es-CL" sz="800" spc="300" dirty="0">
                <a:solidFill>
                  <a:schemeClr val="bg1">
                    <a:lumMod val="50000"/>
                  </a:schemeClr>
                </a:solidFill>
                <a:latin typeface="Swis721 Cn BT" panose="020B0506020202030204" pitchFamily="34" charset="0"/>
              </a:rPr>
              <a:t>MOBIL ARQUITECTOS </a:t>
            </a:r>
          </a:p>
        </p:txBody>
      </p:sp>
      <p:sp>
        <p:nvSpPr>
          <p:cNvPr id="15" name="Marcador de posición de imagen 14"/>
          <p:cNvSpPr>
            <a:spLocks noGrp="1"/>
          </p:cNvSpPr>
          <p:nvPr>
            <p:ph type="pic" sz="quarter" idx="10"/>
          </p:nvPr>
        </p:nvSpPr>
        <p:spPr/>
      </p:sp>
      <p:sp>
        <p:nvSpPr>
          <p:cNvPr id="17" name="Rectángulo 16"/>
          <p:cNvSpPr/>
          <p:nvPr/>
        </p:nvSpPr>
        <p:spPr>
          <a:xfrm>
            <a:off x="3422650" y="1303991"/>
            <a:ext cx="4802187" cy="1092607"/>
          </a:xfrm>
          <a:prstGeom prst="rect">
            <a:avLst/>
          </a:prstGeom>
        </p:spPr>
        <p:txBody>
          <a:bodyPr wrap="square">
            <a:spAutoFit/>
          </a:bodyPr>
          <a:lstStyle/>
          <a:p>
            <a:pPr algn="ctr">
              <a:lnSpc>
                <a:spcPts val="2600"/>
              </a:lnSpc>
            </a:pPr>
            <a:r>
              <a:rPr lang="es-ES" sz="2200" b="1" dirty="0">
                <a:latin typeface="Swis721 Cn BT" panose="020B0506020202030204" pitchFamily="34" charset="0"/>
              </a:rPr>
              <a:t>Una mañana, tras un sueño intranquilo, Gregorio </a:t>
            </a:r>
            <a:r>
              <a:rPr lang="es-ES" sz="2200" b="1" dirty="0" err="1">
                <a:latin typeface="Swis721 Cn BT" panose="020B0506020202030204" pitchFamily="34" charset="0"/>
              </a:rPr>
              <a:t>Samsa</a:t>
            </a:r>
            <a:r>
              <a:rPr lang="es-ES" sz="2200" b="1" dirty="0">
                <a:latin typeface="Swis721 Cn BT" panose="020B0506020202030204" pitchFamily="34" charset="0"/>
              </a:rPr>
              <a:t> se </a:t>
            </a:r>
            <a:r>
              <a:rPr lang="es-ES" sz="2000" b="1" dirty="0">
                <a:latin typeface="Swis721 Cn BT" panose="020B0506020202030204" pitchFamily="34" charset="0"/>
              </a:rPr>
              <a:t>despertó</a:t>
            </a:r>
            <a:r>
              <a:rPr lang="es-ES" sz="2200" b="1" dirty="0">
                <a:latin typeface="Swis721 Cn BT" panose="020B0506020202030204" pitchFamily="34" charset="0"/>
              </a:rPr>
              <a:t> convertido en un monstruoso insecto.</a:t>
            </a:r>
            <a:endParaRPr lang="es-CL" sz="2200" b="1" dirty="0">
              <a:latin typeface="Swis721 Cn BT" panose="020B0506020202030204" pitchFamily="34" charset="0"/>
            </a:endParaRPr>
          </a:p>
        </p:txBody>
      </p:sp>
    </p:spTree>
    <p:extLst>
      <p:ext uri="{BB962C8B-B14F-4D97-AF65-F5344CB8AC3E}">
        <p14:creationId xmlns:p14="http://schemas.microsoft.com/office/powerpoint/2010/main" val="39982061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imagen 2"/>
          <p:cNvSpPr>
            <a:spLocks noGrp="1"/>
          </p:cNvSpPr>
          <p:nvPr>
            <p:ph type="pic" sz="quarter" idx="11"/>
          </p:nvPr>
        </p:nvSpPr>
        <p:spPr/>
      </p:sp>
      <p:sp>
        <p:nvSpPr>
          <p:cNvPr id="4" name="CuadroTexto 3"/>
          <p:cNvSpPr txBox="1"/>
          <p:nvPr/>
        </p:nvSpPr>
        <p:spPr>
          <a:xfrm>
            <a:off x="1336674" y="1141366"/>
            <a:ext cx="4722814"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5" name="CuadroTexto 4"/>
          <p:cNvSpPr txBox="1"/>
          <p:nvPr/>
        </p:nvSpPr>
        <p:spPr>
          <a:xfrm>
            <a:off x="6329363" y="1095958"/>
            <a:ext cx="4591050" cy="1606465"/>
          </a:xfrm>
          <a:prstGeom prst="rect">
            <a:avLst/>
          </a:prstGeom>
          <a:noFill/>
        </p:spPr>
        <p:txBody>
          <a:bodyPr wrap="square" numCol="1" rtlCol="0">
            <a:spAutoFit/>
          </a:bodyPr>
          <a:lstStyle/>
          <a:p>
            <a:pPr>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locuras?»</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 name="CuadroTexto 6"/>
          <p:cNvSpPr txBox="1"/>
          <p:nvPr/>
        </p:nvSpPr>
        <p:spPr>
          <a:xfrm>
            <a:off x="1416050" y="783540"/>
            <a:ext cx="2146300" cy="230832"/>
          </a:xfrm>
          <a:prstGeom prst="rect">
            <a:avLst/>
          </a:prstGeom>
          <a:noFill/>
        </p:spPr>
        <p:txBody>
          <a:bodyPr wrap="square" rtlCol="0">
            <a:spAutoFit/>
          </a:bodyPr>
          <a:lstStyle/>
          <a:p>
            <a:r>
              <a:rPr lang="es-CL" sz="800" spc="300" dirty="0">
                <a:solidFill>
                  <a:schemeClr val="bg1">
                    <a:lumMod val="50000"/>
                  </a:schemeClr>
                </a:solidFill>
                <a:latin typeface="Swis721 Cn BT" panose="020B0506020202030204" pitchFamily="34" charset="0"/>
              </a:rPr>
              <a:t>MOBIL </a:t>
            </a:r>
            <a:r>
              <a:rPr lang="es-CL" sz="900" spc="300" dirty="0">
                <a:solidFill>
                  <a:schemeClr val="bg1">
                    <a:lumMod val="50000"/>
                  </a:schemeClr>
                </a:solidFill>
                <a:latin typeface="Swis721 Cn BT" panose="020B0506020202030204" pitchFamily="34" charset="0"/>
              </a:rPr>
              <a:t>ARQUITECTOS</a:t>
            </a:r>
            <a:r>
              <a:rPr lang="es-CL" sz="800" spc="300" dirty="0">
                <a:solidFill>
                  <a:schemeClr val="bg1">
                    <a:lumMod val="50000"/>
                  </a:schemeClr>
                </a:solidFill>
                <a:latin typeface="Swis721 Cn BT" panose="020B0506020202030204" pitchFamily="34" charset="0"/>
              </a:rPr>
              <a:t> </a:t>
            </a:r>
          </a:p>
        </p:txBody>
      </p:sp>
    </p:spTree>
    <p:extLst>
      <p:ext uri="{BB962C8B-B14F-4D97-AF65-F5344CB8AC3E}">
        <p14:creationId xmlns:p14="http://schemas.microsoft.com/office/powerpoint/2010/main" val="13446261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imagen 2"/>
          <p:cNvSpPr>
            <a:spLocks noGrp="1"/>
          </p:cNvSpPr>
          <p:nvPr>
            <p:ph type="pic" sz="quarter" idx="10"/>
          </p:nvPr>
        </p:nvSpPr>
        <p:spPr/>
      </p:sp>
      <p:sp>
        <p:nvSpPr>
          <p:cNvPr id="4" name="CuadroTexto 3"/>
          <p:cNvSpPr txBox="1"/>
          <p:nvPr/>
        </p:nvSpPr>
        <p:spPr>
          <a:xfrm>
            <a:off x="1336674" y="4494166"/>
            <a:ext cx="4722814"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5" name="CuadroTexto 4"/>
          <p:cNvSpPr txBox="1"/>
          <p:nvPr/>
        </p:nvSpPr>
        <p:spPr>
          <a:xfrm>
            <a:off x="6299200" y="4532522"/>
            <a:ext cx="4591050" cy="1606465"/>
          </a:xfrm>
          <a:prstGeom prst="rect">
            <a:avLst/>
          </a:prstGeom>
          <a:noFill/>
        </p:spPr>
        <p:txBody>
          <a:bodyPr wrap="square" numCol="1" rtlCol="0">
            <a:spAutoFit/>
          </a:bodyPr>
          <a:lstStyle/>
          <a:p>
            <a:pPr>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locuras?»</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567609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imagen 2"/>
          <p:cNvSpPr>
            <a:spLocks noGrp="1"/>
          </p:cNvSpPr>
          <p:nvPr>
            <p:ph type="pic" sz="quarter" idx="10"/>
          </p:nvPr>
        </p:nvSpPr>
        <p:spPr/>
      </p:sp>
      <p:sp>
        <p:nvSpPr>
          <p:cNvPr id="11" name="CuadroTexto 10"/>
          <p:cNvSpPr txBox="1"/>
          <p:nvPr/>
        </p:nvSpPr>
        <p:spPr>
          <a:xfrm>
            <a:off x="6145213" y="1141366"/>
            <a:ext cx="4608512" cy="1631216"/>
          </a:xfrm>
          <a:prstGeom prst="rect">
            <a:avLst/>
          </a:prstGeom>
          <a:noFill/>
        </p:spPr>
        <p:txBody>
          <a:bodyPr wrap="square" rtlCol="0">
            <a:spAutoFit/>
          </a:bodyPr>
          <a:lstStyle/>
          <a:p>
            <a:pPr>
              <a:lnSpc>
                <a:spcPts val="3000"/>
              </a:lnSpc>
            </a:pPr>
            <a:r>
              <a:rPr lang="es-ES" sz="2600" b="1" dirty="0" smtClean="0">
                <a:latin typeface="Swis721 Cn BT" panose="020B0506020202030204" pitchFamily="34" charset="0"/>
              </a:rPr>
              <a:t>Una </a:t>
            </a:r>
            <a:r>
              <a:rPr lang="es-ES" sz="2600" b="1" dirty="0">
                <a:latin typeface="Swis721 Cn BT" panose="020B0506020202030204" pitchFamily="34" charset="0"/>
              </a:rPr>
              <a:t>mañana, tras un </a:t>
            </a:r>
            <a:r>
              <a:rPr lang="es-ES" sz="2800" b="1" dirty="0">
                <a:latin typeface="Swis721 Cn BT" panose="020B0506020202030204" pitchFamily="34" charset="0"/>
              </a:rPr>
              <a:t>sueño</a:t>
            </a:r>
            <a:r>
              <a:rPr lang="es-ES" sz="2600" b="1" dirty="0">
                <a:latin typeface="Swis721 Cn BT" panose="020B0506020202030204" pitchFamily="34" charset="0"/>
              </a:rPr>
              <a:t> intranquilo, Gregorio </a:t>
            </a:r>
            <a:r>
              <a:rPr lang="es-ES" sz="2600" b="1" dirty="0" err="1">
                <a:latin typeface="Swis721 Cn BT" panose="020B0506020202030204" pitchFamily="34" charset="0"/>
              </a:rPr>
              <a:t>Samsa</a:t>
            </a:r>
            <a:r>
              <a:rPr lang="es-ES" sz="2600" b="1" dirty="0">
                <a:latin typeface="Swis721 Cn BT" panose="020B0506020202030204" pitchFamily="34" charset="0"/>
              </a:rPr>
              <a:t> se despertó convertido en un monstruoso insecto.</a:t>
            </a:r>
            <a:endParaRPr lang="es-CL" sz="2600" b="1" dirty="0">
              <a:latin typeface="Swis721 Cn BT" panose="020B0506020202030204" pitchFamily="34" charset="0"/>
            </a:endParaRPr>
          </a:p>
        </p:txBody>
      </p:sp>
      <p:sp>
        <p:nvSpPr>
          <p:cNvPr id="12" name="CuadroTexto 11"/>
          <p:cNvSpPr txBox="1"/>
          <p:nvPr/>
        </p:nvSpPr>
        <p:spPr>
          <a:xfrm>
            <a:off x="6145213" y="783540"/>
            <a:ext cx="2146300" cy="230832"/>
          </a:xfrm>
          <a:prstGeom prst="rect">
            <a:avLst/>
          </a:prstGeom>
          <a:noFill/>
        </p:spPr>
        <p:txBody>
          <a:bodyPr wrap="square" rtlCol="0">
            <a:spAutoFit/>
          </a:bodyPr>
          <a:lstStyle/>
          <a:p>
            <a:r>
              <a:rPr lang="es-CL" sz="800" spc="300" dirty="0">
                <a:solidFill>
                  <a:schemeClr val="bg1">
                    <a:lumMod val="50000"/>
                  </a:schemeClr>
                </a:solidFill>
                <a:latin typeface="Swis721 Cn BT" panose="020B0506020202030204" pitchFamily="34" charset="0"/>
              </a:rPr>
              <a:t>MOBIL </a:t>
            </a:r>
            <a:r>
              <a:rPr lang="es-CL" sz="900" spc="300" dirty="0">
                <a:solidFill>
                  <a:schemeClr val="bg1">
                    <a:lumMod val="50000"/>
                  </a:schemeClr>
                </a:solidFill>
                <a:latin typeface="Swis721 Cn BT" panose="020B0506020202030204" pitchFamily="34" charset="0"/>
              </a:rPr>
              <a:t>ARQUITECTOS</a:t>
            </a:r>
            <a:r>
              <a:rPr lang="es-CL" sz="800" spc="300" dirty="0">
                <a:solidFill>
                  <a:schemeClr val="bg1">
                    <a:lumMod val="50000"/>
                  </a:schemeClr>
                </a:solidFill>
                <a:latin typeface="Swis721 Cn BT" panose="020B0506020202030204" pitchFamily="34" charset="0"/>
              </a:rPr>
              <a:t> </a:t>
            </a:r>
          </a:p>
        </p:txBody>
      </p:sp>
      <p:sp>
        <p:nvSpPr>
          <p:cNvPr id="13" name="CuadroTexto 12"/>
          <p:cNvSpPr txBox="1"/>
          <p:nvPr/>
        </p:nvSpPr>
        <p:spPr>
          <a:xfrm>
            <a:off x="5795964" y="3227598"/>
            <a:ext cx="5016499" cy="2015936"/>
          </a:xfrm>
          <a:prstGeom prst="rect">
            <a:avLst/>
          </a:prstGeom>
          <a:noFill/>
        </p:spPr>
        <p:txBody>
          <a:bodyPr wrap="square" numCol="2" rtlCol="0">
            <a:spAutoFit/>
          </a:bodyPr>
          <a:lstStyle/>
          <a:p>
            <a:pPr marL="360000" algn="just">
              <a:lnSpc>
                <a:spcPts val="1500"/>
              </a:lnSpc>
              <a:spcBef>
                <a:spcPts val="100"/>
              </a:spcBef>
              <a:spcAft>
                <a:spcPts val="100"/>
              </a:spcAft>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locuras?»</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30821384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imagen 2"/>
          <p:cNvSpPr>
            <a:spLocks noGrp="1"/>
          </p:cNvSpPr>
          <p:nvPr>
            <p:ph type="pic" sz="quarter" idx="11"/>
          </p:nvPr>
        </p:nvSpPr>
        <p:spPr/>
      </p:sp>
      <p:sp>
        <p:nvSpPr>
          <p:cNvPr id="2" name="Rectángulo 1"/>
          <p:cNvSpPr/>
          <p:nvPr/>
        </p:nvSpPr>
        <p:spPr>
          <a:xfrm>
            <a:off x="8792308" y="3657599"/>
            <a:ext cx="2622619" cy="189689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CuadroTexto 3"/>
          <p:cNvSpPr txBox="1"/>
          <p:nvPr/>
        </p:nvSpPr>
        <p:spPr>
          <a:xfrm>
            <a:off x="1336674" y="1141366"/>
            <a:ext cx="4962526"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5" name="CuadroTexto 4"/>
          <p:cNvSpPr txBox="1"/>
          <p:nvPr/>
        </p:nvSpPr>
        <p:spPr>
          <a:xfrm>
            <a:off x="6614808" y="1179722"/>
            <a:ext cx="4260715" cy="1221745"/>
          </a:xfrm>
          <a:prstGeom prst="rect">
            <a:avLst/>
          </a:prstGeom>
          <a:noFill/>
        </p:spPr>
        <p:txBody>
          <a:bodyPr wrap="square" numCol="1" rtlCol="0">
            <a:spAutoFit/>
          </a:bodyPr>
          <a:lstStyle/>
          <a:p>
            <a:pPr>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 name="CuadroTexto 6"/>
          <p:cNvSpPr txBox="1"/>
          <p:nvPr/>
        </p:nvSpPr>
        <p:spPr>
          <a:xfrm>
            <a:off x="1416050" y="783540"/>
            <a:ext cx="2146300"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6" name="CuadroTexto 5"/>
          <p:cNvSpPr txBox="1"/>
          <p:nvPr/>
        </p:nvSpPr>
        <p:spPr>
          <a:xfrm>
            <a:off x="9048750" y="3950738"/>
            <a:ext cx="2067465" cy="1310615"/>
          </a:xfrm>
          <a:prstGeom prst="rect">
            <a:avLst/>
          </a:prstGeom>
          <a:noFill/>
        </p:spPr>
        <p:txBody>
          <a:bodyPr wrap="square" rtlCol="0">
            <a:spAutoFit/>
          </a:bodyPr>
          <a:lstStyle/>
          <a:p>
            <a:pPr algn="ctr">
              <a:lnSpc>
                <a:spcPts val="1900"/>
              </a:lnSpc>
            </a:pPr>
            <a:r>
              <a:rPr lang="es-ES" sz="1200" b="1" dirty="0">
                <a:latin typeface="Swis721 BT" panose="020B0504020202020204" pitchFamily="34" charset="0"/>
              </a:rPr>
              <a:t>Estaba echado de espaldas sobre un duro caparazón y, al </a:t>
            </a:r>
            <a:r>
              <a:rPr lang="es-ES" sz="1200" b="1" dirty="0" smtClean="0">
                <a:latin typeface="Swis721 BT" panose="020B0504020202020204" pitchFamily="34" charset="0"/>
              </a:rPr>
              <a:t>alzar la </a:t>
            </a:r>
            <a:r>
              <a:rPr lang="es-ES" sz="1200" b="1" dirty="0">
                <a:latin typeface="Swis721 BT" panose="020B0504020202020204" pitchFamily="34" charset="0"/>
              </a:rPr>
              <a:t>cabeza, vio su vientre convexo y </a:t>
            </a:r>
            <a:r>
              <a:rPr lang="es-ES" sz="1200" b="1" dirty="0" smtClean="0">
                <a:latin typeface="Swis721 BT" panose="020B0504020202020204" pitchFamily="34" charset="0"/>
              </a:rPr>
              <a:t>oscuro.</a:t>
            </a:r>
            <a:endParaRPr lang="es-CL" sz="1200" b="1" dirty="0">
              <a:latin typeface="Swis721 BT" panose="020B0504020202020204" pitchFamily="34" charset="0"/>
            </a:endParaRPr>
          </a:p>
        </p:txBody>
      </p:sp>
      <p:sp>
        <p:nvSpPr>
          <p:cNvPr id="8" name="CuadroTexto 7"/>
          <p:cNvSpPr txBox="1"/>
          <p:nvPr/>
        </p:nvSpPr>
        <p:spPr>
          <a:xfrm rot="16200000">
            <a:off x="-2989765" y="135991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
        <p:nvSpPr>
          <p:cNvPr id="9" name="CuadroTexto 8"/>
          <p:cNvSpPr txBox="1"/>
          <p:nvPr/>
        </p:nvSpPr>
        <p:spPr>
          <a:xfrm rot="16200000">
            <a:off x="-2247184" y="1589490"/>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TIPOGRAFÍA?</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23904003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imagen 2"/>
          <p:cNvSpPr>
            <a:spLocks noGrp="1"/>
          </p:cNvSpPr>
          <p:nvPr>
            <p:ph type="pic" sz="quarter" idx="10"/>
          </p:nvPr>
        </p:nvSpPr>
        <p:spPr/>
      </p:sp>
      <p:sp>
        <p:nvSpPr>
          <p:cNvPr id="5" name="CuadroTexto 4"/>
          <p:cNvSpPr txBox="1"/>
          <p:nvPr/>
        </p:nvSpPr>
        <p:spPr>
          <a:xfrm>
            <a:off x="4187825" y="4611067"/>
            <a:ext cx="7332182" cy="1631216"/>
          </a:xfrm>
          <a:prstGeom prst="rect">
            <a:avLst/>
          </a:prstGeom>
          <a:noFill/>
        </p:spPr>
        <p:txBody>
          <a:bodyPr wrap="square" numCol="4" rtlCol="0">
            <a:spAutoFit/>
          </a:bodyPr>
          <a:lstStyle/>
          <a:p>
            <a:pPr marL="360000">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locuras?»</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6" name="Rectángulo 5"/>
          <p:cNvSpPr/>
          <p:nvPr/>
        </p:nvSpPr>
        <p:spPr>
          <a:xfrm>
            <a:off x="1450975" y="3429000"/>
            <a:ext cx="2354943" cy="167190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CuadroTexto 6"/>
          <p:cNvSpPr txBox="1"/>
          <p:nvPr/>
        </p:nvSpPr>
        <p:spPr>
          <a:xfrm>
            <a:off x="1684554" y="3609493"/>
            <a:ext cx="1887784" cy="1066959"/>
          </a:xfrm>
          <a:prstGeom prst="rect">
            <a:avLst/>
          </a:prstGeom>
          <a:noFill/>
        </p:spPr>
        <p:txBody>
          <a:bodyPr wrap="square" rtlCol="0">
            <a:spAutoFit/>
          </a:bodyPr>
          <a:lstStyle/>
          <a:p>
            <a:pPr algn="ctr">
              <a:lnSpc>
                <a:spcPts val="1900"/>
              </a:lnSpc>
            </a:pPr>
            <a:r>
              <a:rPr lang="es-ES" sz="1200" b="1" dirty="0">
                <a:latin typeface="Swis721 Cn BT" panose="020B0506020202030204" pitchFamily="34" charset="0"/>
              </a:rPr>
              <a:t>Estaba echado de espaldas sobre un duro caparazón y, al </a:t>
            </a:r>
            <a:r>
              <a:rPr lang="es-ES" sz="1200" b="1" dirty="0" smtClean="0">
                <a:latin typeface="Swis721 Cn BT" panose="020B0506020202030204" pitchFamily="34" charset="0"/>
              </a:rPr>
              <a:t>alzar la </a:t>
            </a:r>
            <a:r>
              <a:rPr lang="es-ES" sz="1200" b="1" dirty="0">
                <a:latin typeface="Swis721 Cn BT" panose="020B0506020202030204" pitchFamily="34" charset="0"/>
              </a:rPr>
              <a:t>cabeza, vio su vientre convexo y </a:t>
            </a:r>
            <a:r>
              <a:rPr lang="es-ES" sz="1200" b="1" dirty="0" smtClean="0">
                <a:latin typeface="Swis721 Cn BT" panose="020B0506020202030204" pitchFamily="34" charset="0"/>
              </a:rPr>
              <a:t>oscuro.</a:t>
            </a:r>
            <a:endParaRPr lang="es-CL" sz="1200" b="1" dirty="0">
              <a:latin typeface="Swis721 Cn BT" panose="020B0506020202030204" pitchFamily="34" charset="0"/>
            </a:endParaRPr>
          </a:p>
        </p:txBody>
      </p:sp>
      <p:sp>
        <p:nvSpPr>
          <p:cNvPr id="8" name="CuadroTexto 7"/>
          <p:cNvSpPr txBox="1"/>
          <p:nvPr/>
        </p:nvSpPr>
        <p:spPr>
          <a:xfrm rot="16200000">
            <a:off x="-2645290" y="139039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30485851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posición de imagen 8"/>
          <p:cNvSpPr>
            <a:spLocks noGrp="1"/>
          </p:cNvSpPr>
          <p:nvPr>
            <p:ph type="pic" sz="quarter" idx="12"/>
          </p:nvPr>
        </p:nvSpPr>
        <p:spPr>
          <a:xfrm>
            <a:off x="300040" y="296863"/>
            <a:ext cx="5423612" cy="3147426"/>
          </a:xfrm>
        </p:spPr>
      </p:sp>
      <p:sp>
        <p:nvSpPr>
          <p:cNvPr id="10" name="Marcador de posición de imagen 9"/>
          <p:cNvSpPr>
            <a:spLocks noGrp="1"/>
          </p:cNvSpPr>
          <p:nvPr>
            <p:ph type="pic" sz="quarter" idx="13"/>
          </p:nvPr>
        </p:nvSpPr>
        <p:spPr>
          <a:xfrm>
            <a:off x="300039" y="3425242"/>
            <a:ext cx="5423612" cy="3135896"/>
          </a:xfrm>
        </p:spPr>
      </p:sp>
      <p:sp>
        <p:nvSpPr>
          <p:cNvPr id="13" name="Marcador de posición de imagen 12"/>
          <p:cNvSpPr>
            <a:spLocks noGrp="1"/>
          </p:cNvSpPr>
          <p:nvPr>
            <p:ph type="pic" sz="quarter" idx="14"/>
          </p:nvPr>
        </p:nvSpPr>
        <p:spPr/>
      </p:sp>
      <p:sp>
        <p:nvSpPr>
          <p:cNvPr id="11" name="CuadroTexto 10"/>
          <p:cNvSpPr txBox="1"/>
          <p:nvPr/>
        </p:nvSpPr>
        <p:spPr>
          <a:xfrm>
            <a:off x="6145213" y="1141366"/>
            <a:ext cx="4608512"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12" name="CuadroTexto 11"/>
          <p:cNvSpPr txBox="1"/>
          <p:nvPr/>
        </p:nvSpPr>
        <p:spPr>
          <a:xfrm>
            <a:off x="6145213" y="783540"/>
            <a:ext cx="2146300" cy="230832"/>
          </a:xfrm>
          <a:prstGeom prst="rect">
            <a:avLst/>
          </a:prstGeom>
          <a:noFill/>
        </p:spPr>
        <p:txBody>
          <a:bodyPr wrap="square" rtlCol="0">
            <a:spAutoFit/>
          </a:bodyPr>
          <a:lstStyle/>
          <a:p>
            <a:r>
              <a:rPr lang="es-CL" sz="800" spc="300" dirty="0">
                <a:solidFill>
                  <a:schemeClr val="bg1">
                    <a:lumMod val="50000"/>
                  </a:schemeClr>
                </a:solidFill>
                <a:latin typeface="Swis721 Cn BT" panose="020B0506020202030204" pitchFamily="34" charset="0"/>
              </a:rPr>
              <a:t>MOBIL </a:t>
            </a:r>
            <a:r>
              <a:rPr lang="es-CL" sz="900" spc="300" dirty="0">
                <a:solidFill>
                  <a:schemeClr val="bg1">
                    <a:lumMod val="50000"/>
                  </a:schemeClr>
                </a:solidFill>
                <a:latin typeface="Swis721 Cn BT" panose="020B0506020202030204" pitchFamily="34" charset="0"/>
              </a:rPr>
              <a:t>ARQUITECTOS</a:t>
            </a:r>
            <a:r>
              <a:rPr lang="es-CL" sz="800" spc="300" dirty="0">
                <a:solidFill>
                  <a:schemeClr val="bg1">
                    <a:lumMod val="50000"/>
                  </a:schemeClr>
                </a:solidFill>
                <a:latin typeface="Swis721 Cn BT" panose="020B0506020202030204" pitchFamily="34" charset="0"/>
              </a:rPr>
              <a:t> </a:t>
            </a:r>
          </a:p>
        </p:txBody>
      </p:sp>
      <p:sp>
        <p:nvSpPr>
          <p:cNvPr id="6" name="CuadroTexto 5"/>
          <p:cNvSpPr txBox="1"/>
          <p:nvPr/>
        </p:nvSpPr>
        <p:spPr>
          <a:xfrm>
            <a:off x="6145213" y="3281139"/>
            <a:ext cx="1408988"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7" name="CuadroTexto 6"/>
          <p:cNvSpPr txBox="1"/>
          <p:nvPr/>
        </p:nvSpPr>
        <p:spPr>
          <a:xfrm>
            <a:off x="6145213" y="3576837"/>
            <a:ext cx="2146299"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4" name="CuadroTexto 13"/>
          <p:cNvSpPr txBox="1"/>
          <p:nvPr/>
        </p:nvSpPr>
        <p:spPr>
          <a:xfrm>
            <a:off x="8940799" y="3281139"/>
            <a:ext cx="1555751"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5" name="CuadroTexto 14"/>
          <p:cNvSpPr txBox="1"/>
          <p:nvPr/>
        </p:nvSpPr>
        <p:spPr>
          <a:xfrm>
            <a:off x="8940800" y="3576837"/>
            <a:ext cx="2064624"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6" name="CuadroTexto 15"/>
          <p:cNvSpPr txBox="1"/>
          <p:nvPr/>
        </p:nvSpPr>
        <p:spPr>
          <a:xfrm>
            <a:off x="6145214" y="4853026"/>
            <a:ext cx="1408988"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7" name="CuadroTexto 16"/>
          <p:cNvSpPr txBox="1"/>
          <p:nvPr/>
        </p:nvSpPr>
        <p:spPr>
          <a:xfrm>
            <a:off x="6145214" y="5148724"/>
            <a:ext cx="2146299"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8" name="CuadroTexto 17"/>
          <p:cNvSpPr txBox="1"/>
          <p:nvPr/>
        </p:nvSpPr>
        <p:spPr>
          <a:xfrm>
            <a:off x="8940800" y="4853026"/>
            <a:ext cx="1555751"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9" name="CuadroTexto 18"/>
          <p:cNvSpPr txBox="1"/>
          <p:nvPr/>
        </p:nvSpPr>
        <p:spPr>
          <a:xfrm>
            <a:off x="8940801" y="5148724"/>
            <a:ext cx="2064624"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cxnSp>
        <p:nvCxnSpPr>
          <p:cNvPr id="3" name="Conector recto 2"/>
          <p:cNvCxnSpPr/>
          <p:nvPr/>
        </p:nvCxnSpPr>
        <p:spPr>
          <a:xfrm>
            <a:off x="6232525" y="3271614"/>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ector recto 19"/>
          <p:cNvCxnSpPr/>
          <p:nvPr/>
        </p:nvCxnSpPr>
        <p:spPr>
          <a:xfrm>
            <a:off x="9023350" y="3268439"/>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a:off x="6232525" y="4848040"/>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Conector recto 21"/>
          <p:cNvCxnSpPr/>
          <p:nvPr/>
        </p:nvCxnSpPr>
        <p:spPr>
          <a:xfrm>
            <a:off x="9023350" y="4848040"/>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5952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osición de imagen 3"/>
          <p:cNvSpPr>
            <a:spLocks noGrp="1"/>
          </p:cNvSpPr>
          <p:nvPr>
            <p:ph type="pic" sz="quarter" idx="10"/>
          </p:nvPr>
        </p:nvSpPr>
        <p:spPr/>
      </p:sp>
      <p:sp>
        <p:nvSpPr>
          <p:cNvPr id="11" name="CuadroTexto 10"/>
          <p:cNvSpPr txBox="1"/>
          <p:nvPr/>
        </p:nvSpPr>
        <p:spPr>
          <a:xfrm>
            <a:off x="900113" y="1141366"/>
            <a:ext cx="4608512"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12" name="CuadroTexto 11"/>
          <p:cNvSpPr txBox="1"/>
          <p:nvPr/>
        </p:nvSpPr>
        <p:spPr>
          <a:xfrm>
            <a:off x="900113" y="783540"/>
            <a:ext cx="2146300"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a:t>
            </a:r>
            <a:r>
              <a:rPr lang="es-CL" sz="800" spc="300" dirty="0">
                <a:solidFill>
                  <a:schemeClr val="bg1">
                    <a:lumMod val="50000"/>
                  </a:schemeClr>
                </a:solidFill>
                <a:latin typeface="Swis721 Cn BT" panose="020B0506020202030204" pitchFamily="34" charset="0"/>
              </a:rPr>
              <a:t> </a:t>
            </a:r>
            <a:r>
              <a:rPr lang="es-CL" sz="900" spc="300" dirty="0">
                <a:solidFill>
                  <a:schemeClr val="bg1">
                    <a:lumMod val="50000"/>
                  </a:schemeClr>
                </a:solidFill>
                <a:latin typeface="Swis721 Cn BT" panose="020B0506020202030204" pitchFamily="34" charset="0"/>
              </a:rPr>
              <a:t>ARQUITECTOS</a:t>
            </a:r>
            <a:r>
              <a:rPr lang="es-CL" sz="800" spc="300" dirty="0">
                <a:solidFill>
                  <a:schemeClr val="bg1">
                    <a:lumMod val="50000"/>
                  </a:schemeClr>
                </a:solidFill>
                <a:latin typeface="Swis721 Cn BT" panose="020B0506020202030204" pitchFamily="34" charset="0"/>
              </a:rPr>
              <a:t> </a:t>
            </a:r>
          </a:p>
        </p:txBody>
      </p:sp>
      <p:sp>
        <p:nvSpPr>
          <p:cNvPr id="6" name="CuadroTexto 5"/>
          <p:cNvSpPr txBox="1"/>
          <p:nvPr/>
        </p:nvSpPr>
        <p:spPr>
          <a:xfrm>
            <a:off x="900113" y="3281139"/>
            <a:ext cx="1408988"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7" name="CuadroTexto 6"/>
          <p:cNvSpPr txBox="1"/>
          <p:nvPr/>
        </p:nvSpPr>
        <p:spPr>
          <a:xfrm>
            <a:off x="900113" y="3576837"/>
            <a:ext cx="2146299"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4" name="CuadroTexto 13"/>
          <p:cNvSpPr txBox="1"/>
          <p:nvPr/>
        </p:nvSpPr>
        <p:spPr>
          <a:xfrm>
            <a:off x="3543299" y="3281139"/>
            <a:ext cx="1555751"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5" name="CuadroTexto 14"/>
          <p:cNvSpPr txBox="1"/>
          <p:nvPr/>
        </p:nvSpPr>
        <p:spPr>
          <a:xfrm>
            <a:off x="3543300" y="3576837"/>
            <a:ext cx="2064624"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6" name="CuadroTexto 15"/>
          <p:cNvSpPr txBox="1"/>
          <p:nvPr/>
        </p:nvSpPr>
        <p:spPr>
          <a:xfrm>
            <a:off x="900114" y="4853026"/>
            <a:ext cx="1408988"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7" name="CuadroTexto 16"/>
          <p:cNvSpPr txBox="1"/>
          <p:nvPr/>
        </p:nvSpPr>
        <p:spPr>
          <a:xfrm>
            <a:off x="900114" y="5148724"/>
            <a:ext cx="2146299"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8" name="CuadroTexto 17"/>
          <p:cNvSpPr txBox="1"/>
          <p:nvPr/>
        </p:nvSpPr>
        <p:spPr>
          <a:xfrm>
            <a:off x="3543300" y="4853026"/>
            <a:ext cx="1555751"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9" name="CuadroTexto 18"/>
          <p:cNvSpPr txBox="1"/>
          <p:nvPr/>
        </p:nvSpPr>
        <p:spPr>
          <a:xfrm>
            <a:off x="3543301" y="5148724"/>
            <a:ext cx="2064624"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cxnSp>
        <p:nvCxnSpPr>
          <p:cNvPr id="3" name="Conector recto 2"/>
          <p:cNvCxnSpPr/>
          <p:nvPr/>
        </p:nvCxnSpPr>
        <p:spPr>
          <a:xfrm>
            <a:off x="987425" y="3271614"/>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ector recto 19"/>
          <p:cNvCxnSpPr/>
          <p:nvPr/>
        </p:nvCxnSpPr>
        <p:spPr>
          <a:xfrm>
            <a:off x="3625850" y="3268439"/>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a:off x="987425" y="4848040"/>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Conector recto 21"/>
          <p:cNvCxnSpPr/>
          <p:nvPr/>
        </p:nvCxnSpPr>
        <p:spPr>
          <a:xfrm>
            <a:off x="3625850" y="4848040"/>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5990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osición de imagen 3"/>
          <p:cNvSpPr>
            <a:spLocks noGrp="1"/>
          </p:cNvSpPr>
          <p:nvPr>
            <p:ph type="pic" sz="quarter" idx="10"/>
          </p:nvPr>
        </p:nvSpPr>
        <p:spPr>
          <a:xfrm>
            <a:off x="6132512" y="0"/>
            <a:ext cx="6059487" cy="6850063"/>
          </a:xfrm>
        </p:spPr>
      </p:sp>
      <p:sp>
        <p:nvSpPr>
          <p:cNvPr id="12" name="CuadroTexto 11"/>
          <p:cNvSpPr txBox="1"/>
          <p:nvPr/>
        </p:nvSpPr>
        <p:spPr>
          <a:xfrm>
            <a:off x="900113" y="783540"/>
            <a:ext cx="2146300" cy="230832"/>
          </a:xfrm>
          <a:prstGeom prst="rect">
            <a:avLst/>
          </a:prstGeom>
          <a:noFill/>
        </p:spPr>
        <p:txBody>
          <a:bodyPr wrap="square" rtlCol="0">
            <a:spAutoFit/>
          </a:bodyPr>
          <a:lstStyle/>
          <a:p>
            <a:r>
              <a:rPr lang="es-CL" sz="800" spc="300" dirty="0">
                <a:solidFill>
                  <a:schemeClr val="bg1">
                    <a:lumMod val="50000"/>
                  </a:schemeClr>
                </a:solidFill>
                <a:latin typeface="Swis721 Cn BT" panose="020B0506020202030204" pitchFamily="34" charset="0"/>
              </a:rPr>
              <a:t>MOBIL </a:t>
            </a:r>
            <a:r>
              <a:rPr lang="es-CL" sz="900" spc="300" dirty="0">
                <a:solidFill>
                  <a:schemeClr val="bg1">
                    <a:lumMod val="50000"/>
                  </a:schemeClr>
                </a:solidFill>
                <a:latin typeface="Swis721 Cn BT" panose="020B0506020202030204" pitchFamily="34" charset="0"/>
              </a:rPr>
              <a:t>ARQUITECTOS</a:t>
            </a:r>
            <a:r>
              <a:rPr lang="es-CL" sz="800" spc="300" dirty="0">
                <a:solidFill>
                  <a:schemeClr val="bg1">
                    <a:lumMod val="50000"/>
                  </a:schemeClr>
                </a:solidFill>
                <a:latin typeface="Swis721 Cn BT" panose="020B0506020202030204" pitchFamily="34" charset="0"/>
              </a:rPr>
              <a:t> </a:t>
            </a:r>
          </a:p>
        </p:txBody>
      </p:sp>
      <p:sp>
        <p:nvSpPr>
          <p:cNvPr id="6" name="CuadroTexto 5"/>
          <p:cNvSpPr txBox="1"/>
          <p:nvPr/>
        </p:nvSpPr>
        <p:spPr>
          <a:xfrm>
            <a:off x="900113" y="3141439"/>
            <a:ext cx="1408988"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7" name="CuadroTexto 6"/>
          <p:cNvSpPr txBox="1"/>
          <p:nvPr/>
        </p:nvSpPr>
        <p:spPr>
          <a:xfrm>
            <a:off x="900114" y="3437137"/>
            <a:ext cx="2146299"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4" name="CuadroTexto 13"/>
          <p:cNvSpPr txBox="1"/>
          <p:nvPr/>
        </p:nvSpPr>
        <p:spPr>
          <a:xfrm>
            <a:off x="3543299" y="3141439"/>
            <a:ext cx="1555751"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5" name="CuadroTexto 14"/>
          <p:cNvSpPr txBox="1"/>
          <p:nvPr/>
        </p:nvSpPr>
        <p:spPr>
          <a:xfrm>
            <a:off x="3543301" y="3437137"/>
            <a:ext cx="2064624"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6" name="CuadroTexto 15"/>
          <p:cNvSpPr txBox="1"/>
          <p:nvPr/>
        </p:nvSpPr>
        <p:spPr>
          <a:xfrm>
            <a:off x="900114" y="4713326"/>
            <a:ext cx="1408988"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7" name="CuadroTexto 16"/>
          <p:cNvSpPr txBox="1"/>
          <p:nvPr/>
        </p:nvSpPr>
        <p:spPr>
          <a:xfrm>
            <a:off x="900115" y="5009024"/>
            <a:ext cx="2146299"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18" name="CuadroTexto 17"/>
          <p:cNvSpPr txBox="1"/>
          <p:nvPr/>
        </p:nvSpPr>
        <p:spPr>
          <a:xfrm>
            <a:off x="3543300" y="4713326"/>
            <a:ext cx="1555751"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19" name="CuadroTexto 18"/>
          <p:cNvSpPr txBox="1"/>
          <p:nvPr/>
        </p:nvSpPr>
        <p:spPr>
          <a:xfrm>
            <a:off x="3543301" y="5009024"/>
            <a:ext cx="2064624"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cxnSp>
        <p:nvCxnSpPr>
          <p:cNvPr id="3" name="Conector recto 2"/>
          <p:cNvCxnSpPr/>
          <p:nvPr/>
        </p:nvCxnSpPr>
        <p:spPr>
          <a:xfrm>
            <a:off x="987425" y="3131914"/>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ector recto 19"/>
          <p:cNvCxnSpPr/>
          <p:nvPr/>
        </p:nvCxnSpPr>
        <p:spPr>
          <a:xfrm>
            <a:off x="3625850" y="3128739"/>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a:off x="987425" y="4708340"/>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Conector recto 21"/>
          <p:cNvCxnSpPr/>
          <p:nvPr/>
        </p:nvCxnSpPr>
        <p:spPr>
          <a:xfrm>
            <a:off x="3625850" y="4708340"/>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CuadroTexto 22"/>
          <p:cNvSpPr txBox="1"/>
          <p:nvPr/>
        </p:nvSpPr>
        <p:spPr>
          <a:xfrm>
            <a:off x="900112" y="1574538"/>
            <a:ext cx="1408988"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24" name="CuadroTexto 23"/>
          <p:cNvSpPr txBox="1"/>
          <p:nvPr/>
        </p:nvSpPr>
        <p:spPr>
          <a:xfrm>
            <a:off x="900113" y="1870236"/>
            <a:ext cx="2146299"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25" name="CuadroTexto 24"/>
          <p:cNvSpPr txBox="1"/>
          <p:nvPr/>
        </p:nvSpPr>
        <p:spPr>
          <a:xfrm>
            <a:off x="3543298" y="1574538"/>
            <a:ext cx="1555751" cy="323165"/>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26" name="CuadroTexto 25"/>
          <p:cNvSpPr txBox="1"/>
          <p:nvPr/>
        </p:nvSpPr>
        <p:spPr>
          <a:xfrm>
            <a:off x="3543300" y="1870236"/>
            <a:ext cx="2064624" cy="707886"/>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cxnSp>
        <p:nvCxnSpPr>
          <p:cNvPr id="27" name="Conector recto 26"/>
          <p:cNvCxnSpPr/>
          <p:nvPr/>
        </p:nvCxnSpPr>
        <p:spPr>
          <a:xfrm>
            <a:off x="987424" y="1565013"/>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3625849" y="1561838"/>
            <a:ext cx="441325"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7960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450974" y="1304925"/>
            <a:ext cx="4608513"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7" name="CuadroTexto 6"/>
          <p:cNvSpPr txBox="1"/>
          <p:nvPr/>
        </p:nvSpPr>
        <p:spPr>
          <a:xfrm>
            <a:off x="1416050" y="783540"/>
            <a:ext cx="2146300"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8" name="CuadroTexto 7"/>
          <p:cNvSpPr txBox="1"/>
          <p:nvPr/>
        </p:nvSpPr>
        <p:spPr>
          <a:xfrm>
            <a:off x="1076326" y="3429000"/>
            <a:ext cx="10107489" cy="2015936"/>
          </a:xfrm>
          <a:prstGeom prst="rect">
            <a:avLst/>
          </a:prstGeom>
          <a:noFill/>
        </p:spPr>
        <p:txBody>
          <a:bodyPr wrap="square" numCol="4" rtlCol="0">
            <a:spAutoFit/>
          </a:bodyPr>
          <a:lstStyle/>
          <a:p>
            <a:pPr marL="360000">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locuras?» 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y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que, muy erguida, esgrimía un amplio manguito, asimismo de piel, que ocultaba todo su antebrazo. Gregorio miró hacia la ventana; estaba nublado, y sobre el cinc del alféizar repiqueteaban las gotas de lluvia, lo que le hizo sentir una gran melancolía. «Bueno -pensó-; ¿y si siguiese durmiendo un rato y me olvidase de todas estas locuras?»</a:t>
            </a:r>
            <a:endParaRPr lang="es-CL"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a:p>
            <a:pPr marL="360000">
              <a:lnSpc>
                <a:spcPts val="1500"/>
              </a:lnSpc>
            </a:pP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36748451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450974" y="1304925"/>
            <a:ext cx="4608513"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7" name="CuadroTexto 6"/>
          <p:cNvSpPr txBox="1"/>
          <p:nvPr/>
        </p:nvSpPr>
        <p:spPr>
          <a:xfrm>
            <a:off x="1416050" y="783540"/>
            <a:ext cx="2146300"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6" name="CuadroTexto 5"/>
          <p:cNvSpPr txBox="1"/>
          <p:nvPr/>
        </p:nvSpPr>
        <p:spPr>
          <a:xfrm>
            <a:off x="1076327" y="3429002"/>
            <a:ext cx="7766116" cy="2593018"/>
          </a:xfrm>
          <a:prstGeom prst="rect">
            <a:avLst/>
          </a:prstGeom>
          <a:noFill/>
        </p:spPr>
        <p:txBody>
          <a:bodyPr wrap="square" numCol="3" rtlCol="0">
            <a:spAutoFit/>
          </a:bodyPr>
          <a:lstStyle/>
          <a:p>
            <a:pPr marL="360000">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locuras?» 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y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que, muy erguida, esgrimía un amplio manguito, asimismo de piel, que ocultaba todo su antebrazo. Gregorio miró hacia la ventana; estaba nublado, y sobre el cinc del alféizar repiqueteaban las gotas de lluvia, lo que le hizo sentir una gran melancolía. «Bueno -pensó-; ¿y si siguiese durmiendo un rato y me olvidase de todas estas locuras?»</a:t>
            </a:r>
            <a:endParaRPr lang="es-CL"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a:p>
            <a:pPr marL="360000">
              <a:lnSpc>
                <a:spcPts val="1500"/>
              </a:lnSpc>
            </a:pP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 name="Rectángulo 7"/>
          <p:cNvSpPr/>
          <p:nvPr/>
        </p:nvSpPr>
        <p:spPr>
          <a:xfrm>
            <a:off x="8975724" y="3429000"/>
            <a:ext cx="2449513" cy="24006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CuadroTexto 8"/>
          <p:cNvSpPr txBox="1"/>
          <p:nvPr/>
        </p:nvSpPr>
        <p:spPr>
          <a:xfrm>
            <a:off x="9441843" y="3852193"/>
            <a:ext cx="1712034" cy="1310615"/>
          </a:xfrm>
          <a:prstGeom prst="rect">
            <a:avLst/>
          </a:prstGeom>
          <a:noFill/>
        </p:spPr>
        <p:txBody>
          <a:bodyPr wrap="square" rtlCol="0">
            <a:spAutoFit/>
          </a:bodyPr>
          <a:lstStyle/>
          <a:p>
            <a:pPr>
              <a:lnSpc>
                <a:spcPts val="1900"/>
              </a:lnSpc>
            </a:pPr>
            <a:r>
              <a:rPr lang="es-ES" sz="1200" b="1" dirty="0">
                <a:latin typeface="Swis721 Cn BT" panose="020B0506020202030204" pitchFamily="34" charset="0"/>
              </a:rPr>
              <a:t>Estaba echado de espaldas sobre un duro caparazón y, al </a:t>
            </a:r>
            <a:r>
              <a:rPr lang="es-ES" sz="1200" b="1" dirty="0" smtClean="0">
                <a:latin typeface="Swis721 Cn BT" panose="020B0506020202030204" pitchFamily="34" charset="0"/>
              </a:rPr>
              <a:t>alzar la </a:t>
            </a:r>
            <a:r>
              <a:rPr lang="es-ES" sz="1200" b="1" dirty="0">
                <a:latin typeface="Swis721 Cn BT" panose="020B0506020202030204" pitchFamily="34" charset="0"/>
              </a:rPr>
              <a:t>cabeza, vio su vientre convexo y </a:t>
            </a:r>
            <a:r>
              <a:rPr lang="es-ES" sz="1200" b="1" dirty="0" smtClean="0">
                <a:latin typeface="Swis721 Cn BT" panose="020B0506020202030204" pitchFamily="34" charset="0"/>
              </a:rPr>
              <a:t>oscuro.</a:t>
            </a:r>
            <a:endParaRPr lang="es-CL" sz="1200" b="1" dirty="0">
              <a:latin typeface="Swis721 Cn BT" panose="020B0506020202030204" pitchFamily="34" charset="0"/>
            </a:endParaRPr>
          </a:p>
        </p:txBody>
      </p:sp>
      <p:sp>
        <p:nvSpPr>
          <p:cNvPr id="10" name="CuadroTexto 9"/>
          <p:cNvSpPr txBox="1"/>
          <p:nvPr/>
        </p:nvSpPr>
        <p:spPr>
          <a:xfrm rot="16200000">
            <a:off x="-2645290" y="135991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2585282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450974" y="1304925"/>
            <a:ext cx="5407026"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7" name="CuadroTexto 6"/>
          <p:cNvSpPr txBox="1"/>
          <p:nvPr/>
        </p:nvSpPr>
        <p:spPr>
          <a:xfrm>
            <a:off x="1416050" y="783540"/>
            <a:ext cx="2146300"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10" name="CuadroTexto 9"/>
          <p:cNvSpPr txBox="1"/>
          <p:nvPr/>
        </p:nvSpPr>
        <p:spPr>
          <a:xfrm>
            <a:off x="1056232" y="3178257"/>
            <a:ext cx="6481218" cy="2473514"/>
          </a:xfrm>
          <a:prstGeom prst="rect">
            <a:avLst/>
          </a:prstGeom>
          <a:noFill/>
        </p:spPr>
        <p:txBody>
          <a:bodyPr wrap="square" numCol="2" rtlCol="0">
            <a:spAutoFit/>
          </a:bodyPr>
          <a:lstStyle/>
          <a:p>
            <a:pPr marL="360000">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locuras?» 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y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que, muy erguida, esgrimía un amplio manguito, asimismo de piel, que ocultaba todo su antebrazo. </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 name="Rectángulo 1"/>
          <p:cNvSpPr/>
          <p:nvPr/>
        </p:nvSpPr>
        <p:spPr>
          <a:xfrm>
            <a:off x="7850221" y="1304925"/>
            <a:ext cx="3754878" cy="434684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CuadroTexto 5"/>
          <p:cNvSpPr txBox="1"/>
          <p:nvPr/>
        </p:nvSpPr>
        <p:spPr>
          <a:xfrm rot="16200000">
            <a:off x="-2645290" y="135991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33976699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p:cNvSpPr txBox="1"/>
          <p:nvPr/>
        </p:nvSpPr>
        <p:spPr>
          <a:xfrm>
            <a:off x="5452813" y="656985"/>
            <a:ext cx="1988644" cy="215444"/>
          </a:xfrm>
          <a:prstGeom prst="rect">
            <a:avLst/>
          </a:prstGeom>
          <a:noFill/>
        </p:spPr>
        <p:txBody>
          <a:bodyPr wrap="square" rtlCol="0">
            <a:spAutoFit/>
          </a:bodyPr>
          <a:lstStyle/>
          <a:p>
            <a:r>
              <a:rPr lang="es-CL" sz="800" spc="300" dirty="0">
                <a:solidFill>
                  <a:schemeClr val="bg1">
                    <a:lumMod val="50000"/>
                  </a:schemeClr>
                </a:solidFill>
                <a:latin typeface="Swis721 BT" panose="020B0504020202020204" pitchFamily="34" charset="0"/>
              </a:rPr>
              <a:t>MOBIL ARQUITECTOS </a:t>
            </a:r>
          </a:p>
        </p:txBody>
      </p:sp>
      <p:sp>
        <p:nvSpPr>
          <p:cNvPr id="12" name="CuadroTexto 11"/>
          <p:cNvSpPr txBox="1"/>
          <p:nvPr/>
        </p:nvSpPr>
        <p:spPr>
          <a:xfrm>
            <a:off x="3009833" y="1135382"/>
            <a:ext cx="6874604" cy="1284967"/>
          </a:xfrm>
          <a:prstGeom prst="rect">
            <a:avLst/>
          </a:prstGeom>
          <a:noFill/>
        </p:spPr>
        <p:txBody>
          <a:bodyPr wrap="square" rtlCol="0">
            <a:spAutoFit/>
          </a:bodyPr>
          <a:lstStyle/>
          <a:p>
            <a:pPr algn="ctr">
              <a:lnSpc>
                <a:spcPts val="3100"/>
              </a:lnSpc>
            </a:pPr>
            <a:r>
              <a:rPr lang="es-ES" sz="2800" b="1" dirty="0" smtClean="0">
                <a:latin typeface="Swis721 BT" panose="020B0504020202020204" pitchFamily="34" charset="0"/>
              </a:rPr>
              <a:t>Una </a:t>
            </a:r>
            <a:r>
              <a:rPr lang="es-ES" sz="2800" b="1" dirty="0">
                <a:latin typeface="Swis721 BT" panose="020B0504020202020204" pitchFamily="34" charset="0"/>
              </a:rPr>
              <a:t>mañana, tras un sueño intranquilo, Gregorio </a:t>
            </a:r>
            <a:r>
              <a:rPr lang="es-ES" sz="2800" b="1" dirty="0" err="1">
                <a:latin typeface="Swis721 BT" panose="020B0504020202020204" pitchFamily="34" charset="0"/>
              </a:rPr>
              <a:t>Samsa</a:t>
            </a:r>
            <a:r>
              <a:rPr lang="es-ES" sz="2800" b="1" dirty="0">
                <a:latin typeface="Swis721 BT" panose="020B0504020202020204" pitchFamily="34" charset="0"/>
              </a:rPr>
              <a:t> se despertó convertido en un monstruoso insecto.</a:t>
            </a:r>
            <a:endParaRPr lang="es-CL" sz="2800" b="1" dirty="0">
              <a:latin typeface="Swis721 BT" panose="020B0504020202020204" pitchFamily="34" charset="0"/>
            </a:endParaRPr>
          </a:p>
        </p:txBody>
      </p:sp>
      <p:sp>
        <p:nvSpPr>
          <p:cNvPr id="13" name="CuadroTexto 12"/>
          <p:cNvSpPr txBox="1"/>
          <p:nvPr/>
        </p:nvSpPr>
        <p:spPr>
          <a:xfrm>
            <a:off x="4335125" y="3209561"/>
            <a:ext cx="4224020" cy="2593018"/>
          </a:xfrm>
          <a:prstGeom prst="rect">
            <a:avLst/>
          </a:prstGeom>
          <a:noFill/>
        </p:spPr>
        <p:txBody>
          <a:bodyPr wrap="square" numCol="1" rtlCol="0">
            <a:spAutoFit/>
          </a:bodyPr>
          <a:lstStyle/>
          <a:p>
            <a:pPr marL="171450" indent="-171450">
              <a:lnSpc>
                <a:spcPts val="1500"/>
              </a:lnSpc>
              <a:buFont typeface="Arial" panose="020B0604020202020204" pitchFamily="34" charset="0"/>
              <a:buChar char="•"/>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a:t>
            </a:r>
          </a:p>
          <a:p>
            <a:pPr marL="171450" indent="-171450">
              <a:lnSpc>
                <a:spcPts val="1500"/>
              </a:lnSpc>
              <a:buFont typeface="Arial" panose="020B0604020202020204" pitchFamily="34" charset="0"/>
              <a:buChar char="•"/>
            </a:pPr>
            <a:endPar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a:p>
            <a:pPr marL="171450" indent="-171450">
              <a:lnSpc>
                <a:spcPts val="1500"/>
              </a:lnSpc>
              <a:buFont typeface="Arial" panose="020B0604020202020204" pitchFamily="34" charset="0"/>
              <a:buChar char="•"/>
            </a:pPr>
            <a:r>
              <a:rPr lang="es-ES" sz="800" dirty="0" err="1"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era viajante de comercio-, y de la pared colgaba una estampa recientemente recortada de una revista ilustrada y puesta en un marco dorado. </a:t>
            </a:r>
            <a:endPar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a:p>
            <a:pPr marL="171450" indent="-171450">
              <a:lnSpc>
                <a:spcPts val="1500"/>
              </a:lnSpc>
              <a:buFont typeface="Arial" panose="020B0604020202020204" pitchFamily="34" charset="0"/>
              <a:buChar char="•"/>
            </a:pPr>
            <a:endPar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a:p>
            <a:pPr marL="171450" indent="-171450">
              <a:lnSpc>
                <a:spcPts val="1500"/>
              </a:lnSpc>
              <a:buFont typeface="Arial" panose="020B0604020202020204" pitchFamily="34" charset="0"/>
              <a:buChar char="•"/>
            </a:pP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La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endPar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a:p>
            <a:pPr marL="171450" indent="-171450">
              <a:lnSpc>
                <a:spcPts val="1500"/>
              </a:lnSpc>
              <a:buFont typeface="Arial" panose="020B0604020202020204" pitchFamily="34" charset="0"/>
              <a:buChar char="•"/>
            </a:pPr>
            <a:endPar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a:p>
            <a:pPr marL="171450" indent="-171450">
              <a:lnSpc>
                <a:spcPts val="1500"/>
              </a:lnSpc>
              <a:buFont typeface="Arial" panose="020B0604020202020204" pitchFamily="34" charset="0"/>
              <a:buChar char="•"/>
            </a:pP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locuras?»</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5" name="CuadroTexto 4"/>
          <p:cNvSpPr txBox="1"/>
          <p:nvPr/>
        </p:nvSpPr>
        <p:spPr>
          <a:xfrm rot="16200000">
            <a:off x="-2247184" y="1589490"/>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TIPOGRAFÍA?</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23228205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p:cNvSpPr/>
          <p:nvPr/>
        </p:nvSpPr>
        <p:spPr>
          <a:xfrm>
            <a:off x="1446962" y="2946256"/>
            <a:ext cx="9294725" cy="3435494"/>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CuadroTexto 10"/>
          <p:cNvSpPr txBox="1"/>
          <p:nvPr/>
        </p:nvSpPr>
        <p:spPr>
          <a:xfrm>
            <a:off x="5452813" y="656985"/>
            <a:ext cx="1988644"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12" name="CuadroTexto 11"/>
          <p:cNvSpPr txBox="1"/>
          <p:nvPr/>
        </p:nvSpPr>
        <p:spPr>
          <a:xfrm>
            <a:off x="3009833" y="1135382"/>
            <a:ext cx="6874604" cy="1284967"/>
          </a:xfrm>
          <a:prstGeom prst="rect">
            <a:avLst/>
          </a:prstGeom>
          <a:noFill/>
        </p:spPr>
        <p:txBody>
          <a:bodyPr wrap="square" rtlCol="0">
            <a:spAutoFit/>
          </a:bodyPr>
          <a:lstStyle/>
          <a:p>
            <a:pPr algn="ctr">
              <a:lnSpc>
                <a:spcPts val="31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5" name="CuadroTexto 4"/>
          <p:cNvSpPr txBox="1"/>
          <p:nvPr/>
        </p:nvSpPr>
        <p:spPr>
          <a:xfrm rot="16200000">
            <a:off x="-2645290" y="135991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19596699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452813" y="656985"/>
            <a:ext cx="1988644"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9" name="Rectángulo 8"/>
          <p:cNvSpPr/>
          <p:nvPr/>
        </p:nvSpPr>
        <p:spPr>
          <a:xfrm>
            <a:off x="1271588" y="2984360"/>
            <a:ext cx="9648825" cy="357677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CuadroTexto 4"/>
          <p:cNvSpPr txBox="1"/>
          <p:nvPr/>
        </p:nvSpPr>
        <p:spPr>
          <a:xfrm>
            <a:off x="3009833" y="1135382"/>
            <a:ext cx="6874604" cy="1284967"/>
          </a:xfrm>
          <a:prstGeom prst="rect">
            <a:avLst/>
          </a:prstGeom>
          <a:noFill/>
        </p:spPr>
        <p:txBody>
          <a:bodyPr wrap="square" rtlCol="0">
            <a:spAutoFit/>
          </a:bodyPr>
          <a:lstStyle/>
          <a:p>
            <a:pPr algn="ctr">
              <a:lnSpc>
                <a:spcPts val="31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6" name="CuadroTexto 5"/>
          <p:cNvSpPr txBox="1"/>
          <p:nvPr/>
        </p:nvSpPr>
        <p:spPr>
          <a:xfrm rot="16200000">
            <a:off x="-2645290" y="135991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15759934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Marcador de posición de imagen 14"/>
          <p:cNvSpPr>
            <a:spLocks noGrp="1"/>
          </p:cNvSpPr>
          <p:nvPr>
            <p:ph type="pic" sz="quarter" idx="11"/>
          </p:nvPr>
        </p:nvSpPr>
        <p:spPr/>
      </p:sp>
      <p:sp>
        <p:nvSpPr>
          <p:cNvPr id="16" name="Marcador de posición de imagen 15"/>
          <p:cNvSpPr>
            <a:spLocks noGrp="1"/>
          </p:cNvSpPr>
          <p:nvPr>
            <p:ph type="pic" sz="quarter" idx="13"/>
          </p:nvPr>
        </p:nvSpPr>
        <p:spPr/>
      </p:sp>
      <p:sp>
        <p:nvSpPr>
          <p:cNvPr id="17" name="Marcador de posición de imagen 16"/>
          <p:cNvSpPr>
            <a:spLocks noGrp="1"/>
          </p:cNvSpPr>
          <p:nvPr>
            <p:ph type="pic" sz="quarter" idx="15"/>
          </p:nvPr>
        </p:nvSpPr>
        <p:spPr/>
      </p:sp>
      <p:sp>
        <p:nvSpPr>
          <p:cNvPr id="18" name="Marcador de posición de imagen 17"/>
          <p:cNvSpPr>
            <a:spLocks noGrp="1"/>
          </p:cNvSpPr>
          <p:nvPr>
            <p:ph type="pic" sz="quarter" idx="17"/>
          </p:nvPr>
        </p:nvSpPr>
        <p:spPr/>
      </p:sp>
      <p:sp>
        <p:nvSpPr>
          <p:cNvPr id="19" name="Marcador de posición de imagen 18"/>
          <p:cNvSpPr>
            <a:spLocks noGrp="1"/>
          </p:cNvSpPr>
          <p:nvPr>
            <p:ph type="pic" sz="quarter" idx="18"/>
          </p:nvPr>
        </p:nvSpPr>
        <p:spPr/>
      </p:sp>
    </p:spTree>
    <p:extLst>
      <p:ext uri="{BB962C8B-B14F-4D97-AF65-F5344CB8AC3E}">
        <p14:creationId xmlns:p14="http://schemas.microsoft.com/office/powerpoint/2010/main" val="43142720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1"/>
          <p:cNvSpPr>
            <a:spLocks noGrp="1"/>
          </p:cNvSpPr>
          <p:nvPr>
            <p:ph type="pic" sz="quarter" idx="14"/>
          </p:nvPr>
        </p:nvSpPr>
        <p:spPr/>
      </p:sp>
      <p:sp>
        <p:nvSpPr>
          <p:cNvPr id="3" name="Marcador de posición de imagen 2"/>
          <p:cNvSpPr>
            <a:spLocks noGrp="1"/>
          </p:cNvSpPr>
          <p:nvPr>
            <p:ph type="pic" sz="quarter" idx="15"/>
          </p:nvPr>
        </p:nvSpPr>
        <p:spPr/>
      </p:sp>
      <p:sp>
        <p:nvSpPr>
          <p:cNvPr id="4" name="Marcador de posición de imagen 3"/>
          <p:cNvSpPr>
            <a:spLocks noGrp="1"/>
          </p:cNvSpPr>
          <p:nvPr>
            <p:ph type="pic" sz="quarter" idx="16"/>
          </p:nvPr>
        </p:nvSpPr>
        <p:spPr/>
      </p:sp>
      <p:sp>
        <p:nvSpPr>
          <p:cNvPr id="5" name="Marcador de posición de imagen 4"/>
          <p:cNvSpPr>
            <a:spLocks noGrp="1"/>
          </p:cNvSpPr>
          <p:nvPr>
            <p:ph type="pic" sz="quarter" idx="17"/>
          </p:nvPr>
        </p:nvSpPr>
        <p:spPr/>
      </p:sp>
      <p:sp>
        <p:nvSpPr>
          <p:cNvPr id="6" name="Marcador de posición de imagen 5"/>
          <p:cNvSpPr>
            <a:spLocks noGrp="1"/>
          </p:cNvSpPr>
          <p:nvPr>
            <p:ph type="pic" sz="quarter" idx="18"/>
          </p:nvPr>
        </p:nvSpPr>
        <p:spPr/>
      </p:sp>
      <p:sp>
        <p:nvSpPr>
          <p:cNvPr id="7" name="CuadroTexto 6"/>
          <p:cNvSpPr txBox="1"/>
          <p:nvPr/>
        </p:nvSpPr>
        <p:spPr>
          <a:xfrm>
            <a:off x="5452813" y="656985"/>
            <a:ext cx="1988644"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8" name="CuadroTexto 7"/>
          <p:cNvSpPr txBox="1"/>
          <p:nvPr/>
        </p:nvSpPr>
        <p:spPr>
          <a:xfrm>
            <a:off x="3009832" y="1135382"/>
            <a:ext cx="7048567" cy="1284967"/>
          </a:xfrm>
          <a:prstGeom prst="rect">
            <a:avLst/>
          </a:prstGeom>
          <a:noFill/>
        </p:spPr>
        <p:txBody>
          <a:bodyPr wrap="square" rtlCol="0">
            <a:spAutoFit/>
          </a:bodyPr>
          <a:lstStyle/>
          <a:p>
            <a:pPr algn="ctr">
              <a:lnSpc>
                <a:spcPts val="31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Tree>
    <p:extLst>
      <p:ext uri="{BB962C8B-B14F-4D97-AF65-F5344CB8AC3E}">
        <p14:creationId xmlns:p14="http://schemas.microsoft.com/office/powerpoint/2010/main" val="31900090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1"/>
          <p:cNvSpPr>
            <a:spLocks noGrp="1"/>
          </p:cNvSpPr>
          <p:nvPr>
            <p:ph type="pic" sz="quarter" idx="14"/>
          </p:nvPr>
        </p:nvSpPr>
        <p:spPr/>
      </p:sp>
      <p:sp>
        <p:nvSpPr>
          <p:cNvPr id="3" name="Marcador de posición de imagen 2"/>
          <p:cNvSpPr>
            <a:spLocks noGrp="1"/>
          </p:cNvSpPr>
          <p:nvPr>
            <p:ph type="pic" sz="quarter" idx="15"/>
          </p:nvPr>
        </p:nvSpPr>
        <p:spPr/>
      </p:sp>
      <p:sp>
        <p:nvSpPr>
          <p:cNvPr id="4" name="Marcador de posición de imagen 3"/>
          <p:cNvSpPr>
            <a:spLocks noGrp="1"/>
          </p:cNvSpPr>
          <p:nvPr>
            <p:ph type="pic" sz="quarter" idx="16"/>
          </p:nvPr>
        </p:nvSpPr>
        <p:spPr/>
      </p:sp>
      <p:sp>
        <p:nvSpPr>
          <p:cNvPr id="5" name="Marcador de posición de imagen 4"/>
          <p:cNvSpPr>
            <a:spLocks noGrp="1"/>
          </p:cNvSpPr>
          <p:nvPr>
            <p:ph type="pic" sz="quarter" idx="17"/>
          </p:nvPr>
        </p:nvSpPr>
        <p:spPr/>
      </p:sp>
      <p:sp>
        <p:nvSpPr>
          <p:cNvPr id="6" name="Marcador de posición de imagen 5"/>
          <p:cNvSpPr>
            <a:spLocks noGrp="1"/>
          </p:cNvSpPr>
          <p:nvPr>
            <p:ph type="pic" sz="quarter" idx="18"/>
          </p:nvPr>
        </p:nvSpPr>
        <p:spPr/>
      </p:sp>
      <p:sp>
        <p:nvSpPr>
          <p:cNvPr id="10" name="CuadroTexto 9"/>
          <p:cNvSpPr txBox="1"/>
          <p:nvPr/>
        </p:nvSpPr>
        <p:spPr>
          <a:xfrm>
            <a:off x="1336674" y="1141366"/>
            <a:ext cx="4722814" cy="163121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endParaRPr lang="es-CL" sz="2800" b="1" dirty="0">
              <a:latin typeface="Swis721 Cn BT" panose="020B0506020202030204" pitchFamily="34" charset="0"/>
            </a:endParaRPr>
          </a:p>
        </p:txBody>
      </p:sp>
      <p:sp>
        <p:nvSpPr>
          <p:cNvPr id="11" name="CuadroTexto 10"/>
          <p:cNvSpPr txBox="1"/>
          <p:nvPr/>
        </p:nvSpPr>
        <p:spPr>
          <a:xfrm>
            <a:off x="6400800" y="1179722"/>
            <a:ext cx="4489450" cy="1246495"/>
          </a:xfrm>
          <a:prstGeom prst="rect">
            <a:avLst/>
          </a:prstGeom>
          <a:noFill/>
        </p:spPr>
        <p:txBody>
          <a:bodyPr wrap="square" numCol="1" rtlCol="0">
            <a:spAutoFit/>
          </a:bodyPr>
          <a:lstStyle/>
          <a:p>
            <a:pPr>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 name="CuadroTexto 11"/>
          <p:cNvSpPr txBox="1"/>
          <p:nvPr/>
        </p:nvSpPr>
        <p:spPr>
          <a:xfrm>
            <a:off x="1416050" y="783540"/>
            <a:ext cx="2146300"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Tree>
    <p:extLst>
      <p:ext uri="{BB962C8B-B14F-4D97-AF65-F5344CB8AC3E}">
        <p14:creationId xmlns:p14="http://schemas.microsoft.com/office/powerpoint/2010/main" val="71587089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46943" y="1151954"/>
            <a:ext cx="4140995" cy="2015936"/>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Una </a:t>
            </a:r>
            <a:r>
              <a:rPr lang="es-ES" sz="2800" b="1" dirty="0">
                <a:latin typeface="Swis721 Cn BT" panose="020B0506020202030204" pitchFamily="34" charset="0"/>
              </a:rPr>
              <a:t>mañana, tras un sueño intranquilo, Gregorio </a:t>
            </a:r>
            <a:r>
              <a:rPr lang="es-ES" sz="2800" b="1" dirty="0" err="1">
                <a:latin typeface="Swis721 Cn BT" panose="020B0506020202030204" pitchFamily="34" charset="0"/>
              </a:rPr>
              <a:t>Samsa</a:t>
            </a:r>
            <a:r>
              <a:rPr lang="es-ES" sz="2800" b="1" dirty="0">
                <a:latin typeface="Swis721 Cn BT" panose="020B0506020202030204" pitchFamily="34" charset="0"/>
              </a:rPr>
              <a:t> se despertó convertido en un monstruoso insecto</a:t>
            </a:r>
            <a:r>
              <a:rPr lang="es-ES" sz="2800" b="1" dirty="0" smtClean="0">
                <a:latin typeface="Swis721 Cn BT" panose="020B0506020202030204" pitchFamily="34" charset="0"/>
              </a:rPr>
              <a:t>.</a:t>
            </a:r>
            <a:endParaRPr lang="es-CL" sz="2800" b="1" dirty="0">
              <a:latin typeface="Swis721 Cn BT" panose="020B0506020202030204" pitchFamily="34" charset="0"/>
            </a:endParaRPr>
          </a:p>
        </p:txBody>
      </p:sp>
      <p:sp>
        <p:nvSpPr>
          <p:cNvPr id="7" name="CuadroTexto 6"/>
          <p:cNvSpPr txBox="1"/>
          <p:nvPr/>
        </p:nvSpPr>
        <p:spPr>
          <a:xfrm>
            <a:off x="1024164" y="860025"/>
            <a:ext cx="2146300" cy="230832"/>
          </a:xfrm>
          <a:prstGeom prst="rect">
            <a:avLst/>
          </a:prstGeom>
          <a:noFill/>
        </p:spPr>
        <p:txBody>
          <a:bodyPr wrap="square" rtlCol="0">
            <a:spAutoFit/>
          </a:bodyPr>
          <a:lstStyle/>
          <a:p>
            <a:r>
              <a:rPr lang="es-CL" sz="900" spc="300" dirty="0">
                <a:solidFill>
                  <a:schemeClr val="bg1">
                    <a:lumMod val="50000"/>
                  </a:schemeClr>
                </a:solidFill>
                <a:latin typeface="Swis721 Cn BT" panose="020B0506020202030204" pitchFamily="34" charset="0"/>
              </a:rPr>
              <a:t>MOBIL ARQUITECTOS </a:t>
            </a:r>
          </a:p>
        </p:txBody>
      </p:sp>
      <p:sp>
        <p:nvSpPr>
          <p:cNvPr id="10" name="CuadroTexto 9"/>
          <p:cNvSpPr txBox="1"/>
          <p:nvPr/>
        </p:nvSpPr>
        <p:spPr>
          <a:xfrm>
            <a:off x="609235" y="3352025"/>
            <a:ext cx="4550139" cy="2640213"/>
          </a:xfrm>
          <a:prstGeom prst="rect">
            <a:avLst/>
          </a:prstGeom>
          <a:noFill/>
        </p:spPr>
        <p:txBody>
          <a:bodyPr wrap="square" numCol="2" rtlCol="0">
            <a:spAutoFit/>
          </a:bodyPr>
          <a:lstStyle/>
          <a:p>
            <a:pPr marL="360000">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dorado. La estampa mostraba a una mujer tocada con un gorro de pieles, envuelta en una estola también de pieles, y que, muy erguida, esgrimía un amplio manguito, asimismo de piel, que ocultaba todo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Gregorio miró hacia la ventana; estaba nublado, y sobre el cinc del alféizar repiqueteaban las gotas de lluvia, lo que le hizo sentir una gran melancolía. «Bueno -pensó-; ¿y si siguiese durmiendo un rato y me olvidase de todas estas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locuras?» Su habitación, una habitación normal, aunque muy pequeña, tenía el aspecto habitual. </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 name="Marcador de posición de imagen 1"/>
          <p:cNvSpPr>
            <a:spLocks noGrp="1"/>
          </p:cNvSpPr>
          <p:nvPr>
            <p:ph type="pic" sz="quarter" idx="10"/>
          </p:nvPr>
        </p:nvSpPr>
        <p:spPr/>
      </p:sp>
    </p:spTree>
    <p:extLst>
      <p:ext uri="{BB962C8B-B14F-4D97-AF65-F5344CB8AC3E}">
        <p14:creationId xmlns:p14="http://schemas.microsoft.com/office/powerpoint/2010/main" val="4136395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posición de imagen 6"/>
          <p:cNvSpPr>
            <a:spLocks noGrp="1"/>
          </p:cNvSpPr>
          <p:nvPr>
            <p:ph type="pic" sz="quarter" idx="11"/>
          </p:nvPr>
        </p:nvSpPr>
        <p:spPr/>
      </p:sp>
      <p:sp>
        <p:nvSpPr>
          <p:cNvPr id="8" name="Marcador de posición de imagen 7"/>
          <p:cNvSpPr>
            <a:spLocks noGrp="1"/>
          </p:cNvSpPr>
          <p:nvPr>
            <p:ph type="pic" sz="quarter" idx="12"/>
          </p:nvPr>
        </p:nvSpPr>
        <p:spPr/>
      </p:sp>
      <p:sp>
        <p:nvSpPr>
          <p:cNvPr id="9" name="Marcador de posición de imagen 8"/>
          <p:cNvSpPr>
            <a:spLocks noGrp="1"/>
          </p:cNvSpPr>
          <p:nvPr>
            <p:ph type="pic" sz="quarter" idx="13"/>
          </p:nvPr>
        </p:nvSpPr>
        <p:spPr/>
      </p:sp>
      <p:sp>
        <p:nvSpPr>
          <p:cNvPr id="10" name="Marcador de posición de imagen 9"/>
          <p:cNvSpPr>
            <a:spLocks noGrp="1"/>
          </p:cNvSpPr>
          <p:nvPr>
            <p:ph type="pic" sz="quarter" idx="14"/>
          </p:nvPr>
        </p:nvSpPr>
        <p:spPr/>
      </p:sp>
      <p:sp>
        <p:nvSpPr>
          <p:cNvPr id="11" name="Marcador de posición de imagen 10"/>
          <p:cNvSpPr>
            <a:spLocks noGrp="1"/>
          </p:cNvSpPr>
          <p:nvPr>
            <p:ph type="pic" sz="quarter" idx="15"/>
          </p:nvPr>
        </p:nvSpPr>
        <p:spPr/>
      </p:sp>
      <p:sp>
        <p:nvSpPr>
          <p:cNvPr id="12" name="Marcador de posición de imagen 11"/>
          <p:cNvSpPr>
            <a:spLocks noGrp="1"/>
          </p:cNvSpPr>
          <p:nvPr>
            <p:ph type="pic" sz="quarter" idx="16"/>
          </p:nvPr>
        </p:nvSpPr>
        <p:spPr/>
      </p:sp>
      <p:sp>
        <p:nvSpPr>
          <p:cNvPr id="16" name="Rectángulo 15"/>
          <p:cNvSpPr/>
          <p:nvPr/>
        </p:nvSpPr>
        <p:spPr>
          <a:xfrm>
            <a:off x="9164186" y="4051737"/>
            <a:ext cx="2627311" cy="234553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CuadroTexto 16"/>
          <p:cNvSpPr txBox="1"/>
          <p:nvPr/>
        </p:nvSpPr>
        <p:spPr>
          <a:xfrm>
            <a:off x="9523029" y="4586549"/>
            <a:ext cx="1907329" cy="1066959"/>
          </a:xfrm>
          <a:prstGeom prst="rect">
            <a:avLst/>
          </a:prstGeom>
          <a:noFill/>
        </p:spPr>
        <p:txBody>
          <a:bodyPr wrap="square" rtlCol="0">
            <a:spAutoFit/>
          </a:bodyPr>
          <a:lstStyle/>
          <a:p>
            <a:pPr algn="ctr">
              <a:lnSpc>
                <a:spcPts val="1900"/>
              </a:lnSpc>
            </a:pPr>
            <a:r>
              <a:rPr lang="es-ES" sz="1200" b="1" dirty="0">
                <a:latin typeface="Swis721 Cn BT" panose="020B0506020202030204" pitchFamily="34" charset="0"/>
              </a:rPr>
              <a:t>Estaba echado de espaldas sobre un duro caparazón y, al </a:t>
            </a:r>
            <a:r>
              <a:rPr lang="es-ES" sz="1200" b="1" dirty="0" smtClean="0">
                <a:latin typeface="Swis721 Cn BT" panose="020B0506020202030204" pitchFamily="34" charset="0"/>
              </a:rPr>
              <a:t>alzar la </a:t>
            </a:r>
            <a:r>
              <a:rPr lang="es-ES" sz="1200" b="1" dirty="0">
                <a:latin typeface="Swis721 Cn BT" panose="020B0506020202030204" pitchFamily="34" charset="0"/>
              </a:rPr>
              <a:t>cabeza, vio su vientre convexo y </a:t>
            </a:r>
            <a:r>
              <a:rPr lang="es-ES" sz="1200" b="1" dirty="0" smtClean="0">
                <a:latin typeface="Swis721 Cn BT" panose="020B0506020202030204" pitchFamily="34" charset="0"/>
              </a:rPr>
              <a:t>oscuro.</a:t>
            </a:r>
            <a:endParaRPr lang="es-CL" sz="1200" b="1" dirty="0">
              <a:latin typeface="Swis721 Cn BT" panose="020B0506020202030204" pitchFamily="34" charset="0"/>
            </a:endParaRPr>
          </a:p>
        </p:txBody>
      </p:sp>
      <p:sp>
        <p:nvSpPr>
          <p:cNvPr id="13" name="CuadroTexto 12"/>
          <p:cNvSpPr txBox="1"/>
          <p:nvPr/>
        </p:nvSpPr>
        <p:spPr>
          <a:xfrm rot="16200000">
            <a:off x="-2645290" y="1359918"/>
            <a:ext cx="3755140" cy="830997"/>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CAMBIÉ COLOR DE RECUADRO PARA QUE SEA ESQUEMA DE COLORES GENERAL</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38091737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p:cNvGrpSpPr/>
          <p:nvPr/>
        </p:nvGrpSpPr>
        <p:grpSpPr>
          <a:xfrm>
            <a:off x="1272382" y="2025932"/>
            <a:ext cx="1908174" cy="1157472"/>
            <a:chOff x="900113" y="3281139"/>
            <a:chExt cx="2188169" cy="1157472"/>
          </a:xfrm>
        </p:grpSpPr>
        <p:sp>
          <p:nvSpPr>
            <p:cNvPr id="6" name="CuadroTexto 5"/>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7" name="CuadroTexto 6"/>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sp>
        <p:nvSpPr>
          <p:cNvPr id="9" name="Marcador de posición de imagen 8"/>
          <p:cNvSpPr>
            <a:spLocks noGrp="1"/>
          </p:cNvSpPr>
          <p:nvPr>
            <p:ph type="pic" sz="quarter" idx="26"/>
          </p:nvPr>
        </p:nvSpPr>
        <p:spPr/>
      </p:sp>
      <p:sp>
        <p:nvSpPr>
          <p:cNvPr id="10" name="Marcador de posición de imagen 9"/>
          <p:cNvSpPr>
            <a:spLocks noGrp="1"/>
          </p:cNvSpPr>
          <p:nvPr>
            <p:ph type="pic" sz="quarter" idx="27"/>
          </p:nvPr>
        </p:nvSpPr>
        <p:spPr/>
      </p:sp>
      <p:sp>
        <p:nvSpPr>
          <p:cNvPr id="11" name="Marcador de posición de imagen 10"/>
          <p:cNvSpPr>
            <a:spLocks noGrp="1"/>
          </p:cNvSpPr>
          <p:nvPr>
            <p:ph type="pic" sz="quarter" idx="28"/>
          </p:nvPr>
        </p:nvSpPr>
        <p:spPr/>
      </p:sp>
      <p:sp>
        <p:nvSpPr>
          <p:cNvPr id="12" name="Marcador de posición de imagen 11"/>
          <p:cNvSpPr>
            <a:spLocks noGrp="1"/>
          </p:cNvSpPr>
          <p:nvPr>
            <p:ph type="pic" sz="quarter" idx="29"/>
          </p:nvPr>
        </p:nvSpPr>
        <p:spPr/>
      </p:sp>
      <p:sp>
        <p:nvSpPr>
          <p:cNvPr id="8" name="Marcador de posición de imagen 7"/>
          <p:cNvSpPr>
            <a:spLocks noGrp="1"/>
          </p:cNvSpPr>
          <p:nvPr>
            <p:ph type="pic" sz="quarter" idx="25"/>
          </p:nvPr>
        </p:nvSpPr>
        <p:spPr/>
      </p:sp>
      <p:sp>
        <p:nvSpPr>
          <p:cNvPr id="5" name="Marcador de posición de imagen 4"/>
          <p:cNvSpPr>
            <a:spLocks noGrp="1"/>
          </p:cNvSpPr>
          <p:nvPr>
            <p:ph type="pic" sz="quarter" idx="24"/>
          </p:nvPr>
        </p:nvSpPr>
        <p:spPr/>
      </p:sp>
      <p:sp>
        <p:nvSpPr>
          <p:cNvPr id="2" name="Marcador de posición de imagen 1"/>
          <p:cNvSpPr>
            <a:spLocks noGrp="1"/>
          </p:cNvSpPr>
          <p:nvPr>
            <p:ph type="pic" sz="quarter" idx="11"/>
          </p:nvPr>
        </p:nvSpPr>
        <p:spPr/>
      </p:sp>
      <p:sp>
        <p:nvSpPr>
          <p:cNvPr id="3" name="Marcador de posición de imagen 2"/>
          <p:cNvSpPr>
            <a:spLocks noGrp="1"/>
          </p:cNvSpPr>
          <p:nvPr>
            <p:ph type="pic" sz="quarter" idx="18"/>
          </p:nvPr>
        </p:nvSpPr>
        <p:spPr/>
      </p:sp>
      <p:grpSp>
        <p:nvGrpSpPr>
          <p:cNvPr id="54" name="Grupo 53"/>
          <p:cNvGrpSpPr/>
          <p:nvPr/>
        </p:nvGrpSpPr>
        <p:grpSpPr>
          <a:xfrm>
            <a:off x="3863976" y="2025932"/>
            <a:ext cx="1908174" cy="1157472"/>
            <a:chOff x="900113" y="3281139"/>
            <a:chExt cx="2188169" cy="1157472"/>
          </a:xfrm>
        </p:grpSpPr>
        <p:sp>
          <p:nvSpPr>
            <p:cNvPr id="56" name="CuadroTexto 55"/>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57" name="CuadroTexto 56"/>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grpSp>
        <p:nvGrpSpPr>
          <p:cNvPr id="59" name="Grupo 58"/>
          <p:cNvGrpSpPr/>
          <p:nvPr/>
        </p:nvGrpSpPr>
        <p:grpSpPr>
          <a:xfrm>
            <a:off x="6456363" y="2025932"/>
            <a:ext cx="1908174" cy="1157472"/>
            <a:chOff x="900113" y="3281139"/>
            <a:chExt cx="2188169" cy="1157472"/>
          </a:xfrm>
        </p:grpSpPr>
        <p:sp>
          <p:nvSpPr>
            <p:cNvPr id="61" name="CuadroTexto 60"/>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62" name="CuadroTexto 61"/>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grpSp>
        <p:nvGrpSpPr>
          <p:cNvPr id="64" name="Grupo 63"/>
          <p:cNvGrpSpPr/>
          <p:nvPr/>
        </p:nvGrpSpPr>
        <p:grpSpPr>
          <a:xfrm>
            <a:off x="9029701" y="2025932"/>
            <a:ext cx="1908174" cy="1157472"/>
            <a:chOff x="900113" y="3281139"/>
            <a:chExt cx="2188169" cy="1157472"/>
          </a:xfrm>
        </p:grpSpPr>
        <p:sp>
          <p:nvSpPr>
            <p:cNvPr id="66" name="CuadroTexto 65"/>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67" name="CuadroTexto 66"/>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grpSp>
        <p:nvGrpSpPr>
          <p:cNvPr id="77" name="Grupo 76"/>
          <p:cNvGrpSpPr/>
          <p:nvPr/>
        </p:nvGrpSpPr>
        <p:grpSpPr>
          <a:xfrm>
            <a:off x="3863976" y="5424124"/>
            <a:ext cx="1908174" cy="1157472"/>
            <a:chOff x="900113" y="3281139"/>
            <a:chExt cx="2188169" cy="1157472"/>
          </a:xfrm>
        </p:grpSpPr>
        <p:sp>
          <p:nvSpPr>
            <p:cNvPr id="78" name="CuadroTexto 77"/>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79" name="CuadroTexto 78"/>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grpSp>
        <p:nvGrpSpPr>
          <p:cNvPr id="80" name="Grupo 79"/>
          <p:cNvGrpSpPr/>
          <p:nvPr/>
        </p:nvGrpSpPr>
        <p:grpSpPr>
          <a:xfrm>
            <a:off x="6456363" y="5424124"/>
            <a:ext cx="1908174" cy="1157472"/>
            <a:chOff x="900113" y="3281139"/>
            <a:chExt cx="2188169" cy="1157472"/>
          </a:xfrm>
        </p:grpSpPr>
        <p:sp>
          <p:nvSpPr>
            <p:cNvPr id="81" name="CuadroTexto 80"/>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82" name="CuadroTexto 81"/>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grpSp>
        <p:nvGrpSpPr>
          <p:cNvPr id="83" name="Grupo 82"/>
          <p:cNvGrpSpPr/>
          <p:nvPr/>
        </p:nvGrpSpPr>
        <p:grpSpPr>
          <a:xfrm>
            <a:off x="1326357" y="5424124"/>
            <a:ext cx="1908174" cy="1157472"/>
            <a:chOff x="900113" y="3281139"/>
            <a:chExt cx="2188169" cy="1157472"/>
          </a:xfrm>
        </p:grpSpPr>
        <p:sp>
          <p:nvSpPr>
            <p:cNvPr id="84" name="CuadroTexto 83"/>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85" name="CuadroTexto 84"/>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grpSp>
        <p:nvGrpSpPr>
          <p:cNvPr id="86" name="Grupo 85"/>
          <p:cNvGrpSpPr/>
          <p:nvPr/>
        </p:nvGrpSpPr>
        <p:grpSpPr>
          <a:xfrm>
            <a:off x="9083676" y="5424124"/>
            <a:ext cx="1908174" cy="1157472"/>
            <a:chOff x="900113" y="3281139"/>
            <a:chExt cx="2188169" cy="1157472"/>
          </a:xfrm>
        </p:grpSpPr>
        <p:sp>
          <p:nvSpPr>
            <p:cNvPr id="87" name="CuadroTexto 86"/>
            <p:cNvSpPr txBox="1"/>
            <p:nvPr/>
          </p:nvSpPr>
          <p:spPr>
            <a:xfrm>
              <a:off x="900113" y="3281139"/>
              <a:ext cx="1895077" cy="295850"/>
            </a:xfrm>
            <a:prstGeom prst="rect">
              <a:avLst/>
            </a:prstGeom>
            <a:noFill/>
          </p:spPr>
          <p:txBody>
            <a:bodyPr wrap="square" numCol="1" rtlCol="0">
              <a:spAutoFit/>
            </a:bodyPr>
            <a:lstStyle/>
            <a:p>
              <a:pPr algn="just">
                <a:lnSpc>
                  <a:spcPct val="150000"/>
                </a:lnSpc>
              </a:pPr>
              <a:r>
                <a:rPr lang="es-CL" sz="1000" b="1" dirty="0" smtClean="0">
                  <a:latin typeface="Swis721 Cn BT" panose="020B0506020202030204" pitchFamily="34" charset="0"/>
                </a:rPr>
                <a:t>No estaba soñando</a:t>
              </a:r>
              <a:endParaRPr lang="es-CL" sz="1000" b="1" dirty="0">
                <a:latin typeface="Swis721 Cn BT" panose="020B0506020202030204" pitchFamily="34" charset="0"/>
              </a:endParaRPr>
            </a:p>
          </p:txBody>
        </p:sp>
        <p:sp>
          <p:nvSpPr>
            <p:cNvPr id="88" name="CuadroTexto 87"/>
            <p:cNvSpPr txBox="1"/>
            <p:nvPr/>
          </p:nvSpPr>
          <p:spPr>
            <a:xfrm>
              <a:off x="900113" y="3576837"/>
              <a:ext cx="2188169" cy="86177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grpSp>
      <p:sp>
        <p:nvSpPr>
          <p:cNvPr id="40" name="CuadroTexto 39"/>
          <p:cNvSpPr txBox="1"/>
          <p:nvPr/>
        </p:nvSpPr>
        <p:spPr>
          <a:xfrm rot="16200000">
            <a:off x="-2247184" y="1589490"/>
            <a:ext cx="3755140" cy="338554"/>
          </a:xfrm>
          <a:prstGeom prst="rect">
            <a:avLst/>
          </a:prstGeom>
          <a:noFill/>
        </p:spPr>
        <p:txBody>
          <a:bodyPr wrap="square" rtlCol="0">
            <a:spAutoFit/>
          </a:bodyPr>
          <a:lstStyle/>
          <a:p>
            <a:pPr algn="r"/>
            <a:r>
              <a:rPr lang="es-CL" sz="1600" spc="300" dirty="0" smtClean="0">
                <a:solidFill>
                  <a:schemeClr val="accent4"/>
                </a:solidFill>
                <a:latin typeface="Swis721 Cn BT" panose="020B0506020202030204" pitchFamily="34" charset="0"/>
              </a:rPr>
              <a:t>BORRÉ TEXTOS DUPLICADOS</a:t>
            </a:r>
            <a:endParaRPr lang="es-CL" sz="1600" spc="300" dirty="0">
              <a:solidFill>
                <a:schemeClr val="accent4"/>
              </a:solidFill>
              <a:latin typeface="Swis721 Cn BT" panose="020B0506020202030204" pitchFamily="34" charset="0"/>
            </a:endParaRPr>
          </a:p>
        </p:txBody>
      </p:sp>
    </p:spTree>
    <p:extLst>
      <p:ext uri="{BB962C8B-B14F-4D97-AF65-F5344CB8AC3E}">
        <p14:creationId xmlns:p14="http://schemas.microsoft.com/office/powerpoint/2010/main" val="25352269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posición de imagen 5"/>
          <p:cNvSpPr>
            <a:spLocks noGrp="1"/>
          </p:cNvSpPr>
          <p:nvPr>
            <p:ph type="pic" sz="quarter" idx="11"/>
          </p:nvPr>
        </p:nvSpPr>
        <p:spPr/>
      </p:sp>
      <p:sp>
        <p:nvSpPr>
          <p:cNvPr id="3" name="CuadroTexto 2"/>
          <p:cNvSpPr txBox="1"/>
          <p:nvPr/>
        </p:nvSpPr>
        <p:spPr>
          <a:xfrm>
            <a:off x="1379538" y="3053313"/>
            <a:ext cx="4177507" cy="477054"/>
          </a:xfrm>
          <a:prstGeom prst="rect">
            <a:avLst/>
          </a:prstGeom>
          <a:noFill/>
        </p:spPr>
        <p:txBody>
          <a:bodyPr wrap="square" rtlCol="0">
            <a:spAutoFit/>
          </a:bodyPr>
          <a:lstStyle/>
          <a:p>
            <a:pPr>
              <a:lnSpc>
                <a:spcPts val="3000"/>
              </a:lnSpc>
            </a:pPr>
            <a:r>
              <a:rPr lang="es-ES" sz="2600" b="1" dirty="0" smtClean="0">
                <a:latin typeface="Swis721 BT" panose="020B0504020202020204" pitchFamily="34" charset="0"/>
              </a:rPr>
              <a:t>Contáctanos</a:t>
            </a:r>
            <a:endParaRPr lang="es-CL" sz="2600" b="1" dirty="0">
              <a:latin typeface="Swis721 BT" panose="020B0504020202020204" pitchFamily="34" charset="0"/>
            </a:endParaRPr>
          </a:p>
        </p:txBody>
      </p:sp>
      <p:sp>
        <p:nvSpPr>
          <p:cNvPr id="5" name="CuadroTexto 4"/>
          <p:cNvSpPr txBox="1"/>
          <p:nvPr/>
        </p:nvSpPr>
        <p:spPr>
          <a:xfrm>
            <a:off x="1450975" y="3621092"/>
            <a:ext cx="3673475" cy="1054135"/>
          </a:xfrm>
          <a:prstGeom prst="rect">
            <a:avLst/>
          </a:prstGeom>
          <a:noFill/>
        </p:spPr>
        <p:txBody>
          <a:bodyPr wrap="square" numCol="1" rtlCol="0">
            <a:spAutoFit/>
          </a:bodyPr>
          <a:lstStyle/>
          <a:p>
            <a:pPr>
              <a:lnSpc>
                <a:spcPts val="1500"/>
              </a:lnSpc>
            </a:pP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Su habitación, una habitación normal, aunque muy pequeña, tenía el aspecto habitual. Sobre la mesa había desparramado un muestrario de paños - </a:t>
            </a:r>
            <a:r>
              <a:rPr lang="es-ES" sz="800" dirty="0" err="1">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Samsa</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era viajante de comercio-, y de la pared colgaba una estampa recientemente recortada de una revista ilustrada y puesta en un marco </a:t>
            </a:r>
            <a:r>
              <a:rPr lang="es-ES" sz="800" dirty="0" err="1"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doradotodo</a:t>
            </a:r>
            <a:r>
              <a:rPr lang="es-E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su </a:t>
            </a:r>
            <a:r>
              <a:rPr lang="es-E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antebrazo. </a:t>
            </a:r>
            <a:endParaRPr lang="es-CL"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 name="CuadroTexto 6"/>
          <p:cNvSpPr txBox="1"/>
          <p:nvPr/>
        </p:nvSpPr>
        <p:spPr>
          <a:xfrm>
            <a:off x="6138863" y="3582992"/>
            <a:ext cx="1408988" cy="323165"/>
          </a:xfrm>
          <a:prstGeom prst="rect">
            <a:avLst/>
          </a:prstGeom>
          <a:noFill/>
        </p:spPr>
        <p:txBody>
          <a:bodyPr wrap="square" numCol="1" rtlCol="0">
            <a:spAutoFit/>
          </a:bodyPr>
          <a:lstStyle/>
          <a:p>
            <a:pPr algn="just">
              <a:lnSpc>
                <a:spcPct val="150000"/>
              </a:lnSpc>
            </a:pPr>
            <a:r>
              <a:rPr lang="es-CL" sz="1000" b="1" dirty="0" smtClean="0">
                <a:latin typeface="Swis721 BT" panose="020B0504020202020204" pitchFamily="34" charset="0"/>
              </a:rPr>
              <a:t>No estaba soñando</a:t>
            </a:r>
            <a:endParaRPr lang="es-CL" sz="1000" b="1" dirty="0">
              <a:latin typeface="Swis721 BT" panose="020B0504020202020204" pitchFamily="34" charset="0"/>
            </a:endParaRPr>
          </a:p>
        </p:txBody>
      </p:sp>
      <p:sp>
        <p:nvSpPr>
          <p:cNvPr id="8" name="CuadroTexto 7"/>
          <p:cNvSpPr txBox="1"/>
          <p:nvPr/>
        </p:nvSpPr>
        <p:spPr>
          <a:xfrm>
            <a:off x="6138863" y="3878690"/>
            <a:ext cx="2146299" cy="69275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sp>
        <p:nvSpPr>
          <p:cNvPr id="9" name="CuadroTexto 8"/>
          <p:cNvSpPr txBox="1"/>
          <p:nvPr/>
        </p:nvSpPr>
        <p:spPr>
          <a:xfrm>
            <a:off x="8782049" y="3582992"/>
            <a:ext cx="1555751" cy="323165"/>
          </a:xfrm>
          <a:prstGeom prst="rect">
            <a:avLst/>
          </a:prstGeom>
          <a:noFill/>
        </p:spPr>
        <p:txBody>
          <a:bodyPr wrap="square" numCol="1" rtlCol="0">
            <a:spAutoFit/>
          </a:bodyPr>
          <a:lstStyle/>
          <a:p>
            <a:pPr algn="just">
              <a:lnSpc>
                <a:spcPct val="150000"/>
              </a:lnSpc>
            </a:pPr>
            <a:r>
              <a:rPr lang="es-CL" sz="1000" b="1" dirty="0" smtClean="0">
                <a:latin typeface="Swis721 BT" panose="020B0504020202020204" pitchFamily="34" charset="0"/>
              </a:rPr>
              <a:t>No estaba soñando</a:t>
            </a:r>
            <a:endParaRPr lang="es-CL" sz="1000" b="1" dirty="0">
              <a:latin typeface="Swis721 BT" panose="020B0504020202020204" pitchFamily="34" charset="0"/>
            </a:endParaRPr>
          </a:p>
        </p:txBody>
      </p:sp>
      <p:sp>
        <p:nvSpPr>
          <p:cNvPr id="10" name="CuadroTexto 9"/>
          <p:cNvSpPr txBox="1"/>
          <p:nvPr/>
        </p:nvSpPr>
        <p:spPr>
          <a:xfrm>
            <a:off x="8782050" y="3878690"/>
            <a:ext cx="2064624" cy="692754"/>
          </a:xfrm>
          <a:prstGeom prst="rect">
            <a:avLst/>
          </a:prstGeom>
          <a:noFill/>
        </p:spPr>
        <p:txBody>
          <a:bodyPr wrap="square" numCol="1" rtlCol="0">
            <a:spAutoFit/>
          </a:bodyPr>
          <a:lstStyle>
            <a:defPPr>
              <a:defRPr lang="es-CL"/>
            </a:defPPr>
            <a:lvl1pPr>
              <a:lnSpc>
                <a:spcPts val="1500"/>
              </a:lnSpc>
              <a:defRPr sz="90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defRPr>
            </a:lvl1pPr>
          </a:lstStyle>
          <a:p>
            <a:pPr>
              <a:lnSpc>
                <a:spcPts val="1200"/>
              </a:lnSpc>
            </a:pPr>
            <a:r>
              <a:rPr lang="es-ES" sz="800" dirty="0"/>
              <a:t>Su habitación, una habitación normal, aunque muy pequeña, tenía el aspecto habitual. Sobre la mesa había desparramado un muestrario de paños -</a:t>
            </a:r>
            <a:endParaRPr lang="es-CL" sz="800" dirty="0"/>
          </a:p>
        </p:txBody>
      </p:sp>
      <p:cxnSp>
        <p:nvCxnSpPr>
          <p:cNvPr id="11" name="Conector recto 10"/>
          <p:cNvCxnSpPr/>
          <p:nvPr/>
        </p:nvCxnSpPr>
        <p:spPr>
          <a:xfrm>
            <a:off x="6226175" y="3573467"/>
            <a:ext cx="441325" cy="0"/>
          </a:xfrm>
          <a:prstGeom prst="line">
            <a:avLst/>
          </a:prstGeom>
          <a:ln w="28575">
            <a:solidFill>
              <a:srgbClr val="006BFF"/>
            </a:solidFill>
          </a:ln>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a:xfrm>
            <a:off x="8864600" y="3570292"/>
            <a:ext cx="441325" cy="0"/>
          </a:xfrm>
          <a:prstGeom prst="line">
            <a:avLst/>
          </a:prstGeom>
          <a:ln w="28575">
            <a:solidFill>
              <a:srgbClr val="006B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85116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p:cNvSpPr txBox="1"/>
          <p:nvPr/>
        </p:nvSpPr>
        <p:spPr>
          <a:xfrm>
            <a:off x="479425" y="6150918"/>
            <a:ext cx="2263776" cy="230832"/>
          </a:xfrm>
          <a:prstGeom prst="rect">
            <a:avLst/>
          </a:prstGeom>
          <a:noFill/>
        </p:spPr>
        <p:txBody>
          <a:bodyPr wrap="square" rtlCol="0">
            <a:spAutoFit/>
          </a:bodyPr>
          <a:lstStyle/>
          <a:p>
            <a:r>
              <a:rPr lang="es-CL" sz="900" spc="300" dirty="0">
                <a:solidFill>
                  <a:srgbClr val="006BFF"/>
                </a:solidFill>
                <a:latin typeface="Swis721 BT" panose="020B0504020202020204" pitchFamily="34" charset="0"/>
              </a:rPr>
              <a:t>MOBILARQUITECTOS.CL</a:t>
            </a:r>
          </a:p>
        </p:txBody>
      </p:sp>
      <p:sp>
        <p:nvSpPr>
          <p:cNvPr id="17" name="CuadroTexto 16"/>
          <p:cNvSpPr txBox="1"/>
          <p:nvPr/>
        </p:nvSpPr>
        <p:spPr>
          <a:xfrm>
            <a:off x="8904288" y="6150918"/>
            <a:ext cx="2808287" cy="230832"/>
          </a:xfrm>
          <a:prstGeom prst="rect">
            <a:avLst/>
          </a:prstGeom>
          <a:noFill/>
        </p:spPr>
        <p:txBody>
          <a:bodyPr wrap="square" rtlCol="0">
            <a:spAutoFit/>
          </a:bodyPr>
          <a:lstStyle>
            <a:defPPr>
              <a:defRPr lang="es-CL"/>
            </a:defPPr>
            <a:lvl1pPr>
              <a:defRPr sz="900" spc="300">
                <a:solidFill>
                  <a:schemeClr val="bg1"/>
                </a:solidFill>
                <a:latin typeface="Swis721 BT" panose="020B0504020202020204" pitchFamily="34" charset="0"/>
              </a:defRPr>
            </a:lvl1pPr>
          </a:lstStyle>
          <a:p>
            <a:r>
              <a:rPr lang="es-CL" dirty="0" smtClean="0">
                <a:solidFill>
                  <a:srgbClr val="006BFF"/>
                </a:solidFill>
              </a:rPr>
              <a:t>INFO@MOBILARQUITECTOS.CL</a:t>
            </a:r>
            <a:endParaRPr lang="es-CL" dirty="0">
              <a:solidFill>
                <a:srgbClr val="006BFF"/>
              </a:solidFill>
            </a:endParaRPr>
          </a:p>
        </p:txBody>
      </p:sp>
    </p:spTree>
    <p:extLst>
      <p:ext uri="{BB962C8B-B14F-4D97-AF65-F5344CB8AC3E}">
        <p14:creationId xmlns:p14="http://schemas.microsoft.com/office/powerpoint/2010/main" val="23402741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46944" y="1151954"/>
            <a:ext cx="2341006" cy="477054"/>
          </a:xfrm>
          <a:prstGeom prst="rect">
            <a:avLst/>
          </a:prstGeom>
          <a:noFill/>
        </p:spPr>
        <p:txBody>
          <a:bodyPr wrap="square" rtlCol="0">
            <a:spAutoFit/>
          </a:bodyPr>
          <a:lstStyle/>
          <a:p>
            <a:pPr>
              <a:lnSpc>
                <a:spcPts val="3000"/>
              </a:lnSpc>
            </a:pPr>
            <a:r>
              <a:rPr lang="es-ES" sz="2800" b="1" dirty="0" smtClean="0">
                <a:latin typeface="Swis721 Cn BT" panose="020B0506020202030204" pitchFamily="34" charset="0"/>
              </a:rPr>
              <a:t>NO HACER</a:t>
            </a:r>
            <a:endParaRPr lang="es-CL" sz="2800" b="1" dirty="0">
              <a:latin typeface="Swis721 Cn BT" panose="020B0506020202030204" pitchFamily="34" charset="0"/>
            </a:endParaRPr>
          </a:p>
        </p:txBody>
      </p:sp>
      <p:sp>
        <p:nvSpPr>
          <p:cNvPr id="3" name="CuadroTexto 2"/>
          <p:cNvSpPr txBox="1"/>
          <p:nvPr/>
        </p:nvSpPr>
        <p:spPr>
          <a:xfrm>
            <a:off x="874782" y="2128984"/>
            <a:ext cx="3074648" cy="579646"/>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NO SATURAR LA DIAPOSITIVA CON TEXTO</a:t>
            </a:r>
          </a:p>
          <a:p>
            <a:pPr>
              <a:lnSpc>
                <a:spcPts val="1900"/>
              </a:lnSpc>
            </a:pPr>
            <a:r>
              <a:rPr lang="es-ES" sz="1200" dirty="0" smtClean="0">
                <a:latin typeface="Swis721 Cn BT" panose="020B0506020202030204" pitchFamily="34" charset="0"/>
              </a:rPr>
              <a:t>(que sea los más visual/gráfica posible)</a:t>
            </a:r>
            <a:endParaRPr lang="es-CL" sz="1200" b="1" dirty="0">
              <a:latin typeface="Swis721 Cn BT" panose="020B0506020202030204" pitchFamily="34" charset="0"/>
            </a:endParaRPr>
          </a:p>
        </p:txBody>
      </p:sp>
      <p:sp>
        <p:nvSpPr>
          <p:cNvPr id="4" name="CuadroTexto 3"/>
          <p:cNvSpPr txBox="1"/>
          <p:nvPr/>
        </p:nvSpPr>
        <p:spPr>
          <a:xfrm>
            <a:off x="946944" y="3051231"/>
            <a:ext cx="3074648" cy="311496"/>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USAR LA MENOR CANTIDAD DE EFECTOS</a:t>
            </a:r>
            <a:endParaRPr lang="es-CL" sz="1200" b="1" dirty="0">
              <a:latin typeface="Swis721 Cn BT" panose="020B0506020202030204" pitchFamily="34" charset="0"/>
            </a:endParaRPr>
          </a:p>
        </p:txBody>
      </p:sp>
      <p:sp>
        <p:nvSpPr>
          <p:cNvPr id="5" name="CuadroTexto 4"/>
          <p:cNvSpPr txBox="1"/>
          <p:nvPr/>
        </p:nvSpPr>
        <p:spPr>
          <a:xfrm>
            <a:off x="946944" y="3708582"/>
            <a:ext cx="3074648" cy="579646"/>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IDEAL NO USAR LISTADOS</a:t>
            </a:r>
          </a:p>
          <a:p>
            <a:pPr>
              <a:lnSpc>
                <a:spcPts val="1900"/>
              </a:lnSpc>
            </a:pPr>
            <a:r>
              <a:rPr lang="es-ES" sz="1200" dirty="0" smtClean="0">
                <a:latin typeface="Swis721 Cn BT" panose="020B0506020202030204" pitchFamily="34" charset="0"/>
              </a:rPr>
              <a:t>Preferible usar íconos con poco texto</a:t>
            </a:r>
            <a:endParaRPr lang="es-CL" sz="1200" b="1" dirty="0">
              <a:latin typeface="Swis721 Cn BT" panose="020B0506020202030204" pitchFamily="34" charset="0"/>
            </a:endParaRPr>
          </a:p>
        </p:txBody>
      </p:sp>
      <p:sp>
        <p:nvSpPr>
          <p:cNvPr id="6" name="CuadroTexto 5"/>
          <p:cNvSpPr txBox="1"/>
          <p:nvPr/>
        </p:nvSpPr>
        <p:spPr>
          <a:xfrm>
            <a:off x="946944" y="4632456"/>
            <a:ext cx="3074648" cy="579646"/>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NO SOBRECARGAR CON GRPAFICOS</a:t>
            </a:r>
          </a:p>
          <a:p>
            <a:pPr>
              <a:lnSpc>
                <a:spcPts val="1900"/>
              </a:lnSpc>
            </a:pPr>
            <a:r>
              <a:rPr lang="es-ES" sz="1200" dirty="0" smtClean="0">
                <a:latin typeface="Swis721 Cn BT" panose="020B0506020202030204" pitchFamily="34" charset="0"/>
              </a:rPr>
              <a:t>Usar metáforas visuales</a:t>
            </a:r>
            <a:endParaRPr lang="es-CL" sz="1200" dirty="0">
              <a:latin typeface="Swis721 Cn BT" panose="020B0506020202030204" pitchFamily="34" charset="0"/>
            </a:endParaRPr>
          </a:p>
        </p:txBody>
      </p:sp>
      <p:sp>
        <p:nvSpPr>
          <p:cNvPr id="7" name="Rectángulo 6"/>
          <p:cNvSpPr/>
          <p:nvPr/>
        </p:nvSpPr>
        <p:spPr>
          <a:xfrm>
            <a:off x="6889871" y="2128984"/>
            <a:ext cx="4501218" cy="579646"/>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UNA IDEA POR DIAPOSITIVA</a:t>
            </a:r>
          </a:p>
          <a:p>
            <a:pPr>
              <a:lnSpc>
                <a:spcPts val="1900"/>
              </a:lnSpc>
            </a:pPr>
            <a:r>
              <a:rPr lang="es-ES" sz="1200" dirty="0" smtClean="0">
                <a:latin typeface="Swis721 Cn BT" panose="020B0506020202030204" pitchFamily="34" charset="0"/>
              </a:rPr>
              <a:t>Es mejor siempre una idea por diapositiva para la mejor comprensión de</a:t>
            </a:r>
            <a:endParaRPr lang="es-CL" sz="1200" dirty="0">
              <a:latin typeface="Swis721 Cn BT" panose="020B0506020202030204" pitchFamily="34" charset="0"/>
            </a:endParaRPr>
          </a:p>
        </p:txBody>
      </p:sp>
      <p:sp>
        <p:nvSpPr>
          <p:cNvPr id="8" name="CuadroTexto 7"/>
          <p:cNvSpPr txBox="1"/>
          <p:nvPr/>
        </p:nvSpPr>
        <p:spPr>
          <a:xfrm>
            <a:off x="6889871" y="1151954"/>
            <a:ext cx="2341006" cy="477054"/>
          </a:xfrm>
          <a:prstGeom prst="rect">
            <a:avLst/>
          </a:prstGeom>
          <a:noFill/>
        </p:spPr>
        <p:txBody>
          <a:bodyPr wrap="square" rtlCol="0">
            <a:spAutoFit/>
          </a:bodyPr>
          <a:lstStyle/>
          <a:p>
            <a:pPr>
              <a:lnSpc>
                <a:spcPts val="3000"/>
              </a:lnSpc>
            </a:pPr>
            <a:r>
              <a:rPr lang="es-ES" sz="2800" b="1" dirty="0" smtClean="0">
                <a:solidFill>
                  <a:srgbClr val="006BFF"/>
                </a:solidFill>
                <a:latin typeface="Swis721 Cn BT" panose="020B0506020202030204" pitchFamily="34" charset="0"/>
              </a:rPr>
              <a:t>SI HACER</a:t>
            </a:r>
            <a:endParaRPr lang="es-CL" sz="2800" b="1" dirty="0">
              <a:solidFill>
                <a:srgbClr val="006BFF"/>
              </a:solidFill>
              <a:latin typeface="Swis721 Cn BT" panose="020B0506020202030204" pitchFamily="34" charset="0"/>
            </a:endParaRPr>
          </a:p>
        </p:txBody>
      </p:sp>
      <p:sp>
        <p:nvSpPr>
          <p:cNvPr id="9" name="Rectángulo 8"/>
          <p:cNvSpPr/>
          <p:nvPr/>
        </p:nvSpPr>
        <p:spPr>
          <a:xfrm>
            <a:off x="6889871" y="2990878"/>
            <a:ext cx="4199661" cy="335989"/>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DEDICARLE TIEMPO A ENCONTRAR LA IMAGEN ADECUADA</a:t>
            </a:r>
            <a:endParaRPr lang="es-CL" sz="1200" b="1" dirty="0">
              <a:latin typeface="Swis721 Cn BT" panose="020B0506020202030204" pitchFamily="34" charset="0"/>
            </a:endParaRPr>
          </a:p>
        </p:txBody>
      </p:sp>
      <p:sp>
        <p:nvSpPr>
          <p:cNvPr id="10" name="CuadroTexto 9"/>
          <p:cNvSpPr txBox="1"/>
          <p:nvPr/>
        </p:nvSpPr>
        <p:spPr>
          <a:xfrm>
            <a:off x="946943" y="5556330"/>
            <a:ext cx="3868247" cy="579646"/>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MODIFICAR ESTÁNDARES DE TEMPLATE</a:t>
            </a:r>
          </a:p>
          <a:p>
            <a:pPr>
              <a:lnSpc>
                <a:spcPts val="1900"/>
              </a:lnSpc>
            </a:pPr>
            <a:r>
              <a:rPr lang="es-ES" sz="1200" dirty="0" smtClean="0">
                <a:latin typeface="Swis721 Cn BT" panose="020B0506020202030204" pitchFamily="34" charset="0"/>
              </a:rPr>
              <a:t>Grilla, Tipografía, Tamaños e interlineado de Texto,  y Colores</a:t>
            </a:r>
            <a:endParaRPr lang="es-CL" sz="1200" dirty="0">
              <a:latin typeface="Swis721 Cn BT" panose="020B0506020202030204" pitchFamily="34" charset="0"/>
            </a:endParaRPr>
          </a:p>
        </p:txBody>
      </p:sp>
      <p:sp>
        <p:nvSpPr>
          <p:cNvPr id="11" name="Rectángulo 10"/>
          <p:cNvSpPr/>
          <p:nvPr/>
        </p:nvSpPr>
        <p:spPr>
          <a:xfrm>
            <a:off x="6889871" y="3708582"/>
            <a:ext cx="4501219" cy="335989"/>
          </a:xfrm>
          <a:prstGeom prst="rect">
            <a:avLst/>
          </a:prstGeom>
          <a:noFill/>
        </p:spPr>
        <p:txBody>
          <a:bodyPr wrap="square" rtlCol="0">
            <a:spAutoFit/>
          </a:bodyPr>
          <a:lstStyle/>
          <a:p>
            <a:pPr>
              <a:lnSpc>
                <a:spcPts val="1900"/>
              </a:lnSpc>
            </a:pPr>
            <a:r>
              <a:rPr lang="es-ES" sz="1200" b="1" dirty="0" smtClean="0">
                <a:latin typeface="Swis721 Cn BT" panose="020B0506020202030204" pitchFamily="34" charset="0"/>
              </a:rPr>
              <a:t>TOMARSE EL TIEMPO DE ALINEAR Y AJUSTAR EL CUADRO DE TEXTO</a:t>
            </a:r>
            <a:endParaRPr lang="es-CL" sz="1200" b="1" dirty="0">
              <a:latin typeface="Swis721 Cn BT" panose="020B0506020202030204" pitchFamily="34" charset="0"/>
            </a:endParaRPr>
          </a:p>
        </p:txBody>
      </p:sp>
    </p:spTree>
    <p:extLst>
      <p:ext uri="{BB962C8B-B14F-4D97-AF65-F5344CB8AC3E}">
        <p14:creationId xmlns:p14="http://schemas.microsoft.com/office/powerpoint/2010/main" val="161286843"/>
      </p:ext>
    </p:extLst>
  </p:cSld>
  <p:clrMapOvr>
    <a:masterClrMapping/>
  </p:clrMapOvr>
  <p:timing>
    <p:tnLst>
      <p:par>
        <p:cTn id="1" dur="indefinite" restart="never" nodeType="tmRoot"/>
      </p:par>
    </p:tnLst>
  </p:timing>
</p:sld>
</file>

<file path=ppt/theme/theme1.xml><?xml version="1.0" encoding="utf-8"?>
<a:theme xmlns:a="http://schemas.openxmlformats.org/drawingml/2006/main" name="1 IMAGEN">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APOSITIVA BLANCA">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LANTILLA LIB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 IMÁGEN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 IMÁGENES">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 IMÁGEN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 IMÁGENES">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MULTIPLES IMÁGENES">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ÍCONO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FONDO AZUL">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FODO GRIS CLARO">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LOGO NEGR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_LOGO NEGRO">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LOGO AZUL">
  <a:themeElements>
    <a:clrScheme name="MOBIL">
      <a:dk1>
        <a:sysClr val="windowText" lastClr="000000"/>
      </a:dk1>
      <a:lt1>
        <a:sysClr val="window" lastClr="FFFFFF"/>
      </a:lt1>
      <a:dk2>
        <a:srgbClr val="EEC4C4"/>
      </a:dk2>
      <a:lt2>
        <a:srgbClr val="C8D6E6"/>
      </a:lt2>
      <a:accent1>
        <a:srgbClr val="006BFF"/>
      </a:accent1>
      <a:accent2>
        <a:srgbClr val="024EBE"/>
      </a:accent2>
      <a:accent3>
        <a:srgbClr val="79B6FF"/>
      </a:accent3>
      <a:accent4>
        <a:srgbClr val="F21313"/>
      </a:accent4>
      <a:accent5>
        <a:srgbClr val="FFDF04"/>
      </a:accent5>
      <a:accent6>
        <a:srgbClr val="F4ECD0"/>
      </a:accent6>
      <a:hlink>
        <a:srgbClr val="000000"/>
      </a:hlink>
      <a:folHlink>
        <a:srgbClr val="000000"/>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3113</TotalTime>
  <Words>4911</Words>
  <Application>Microsoft Office PowerPoint</Application>
  <PresentationFormat>Panorámica</PresentationFormat>
  <Paragraphs>354</Paragraphs>
  <Slides>47</Slides>
  <Notes>30</Notes>
  <HiddenSlides>0</HiddenSlides>
  <MMClips>0</MMClips>
  <ScaleCrop>false</ScaleCrop>
  <HeadingPairs>
    <vt:vector size="6" baseType="variant">
      <vt:variant>
        <vt:lpstr>Fuentes usadas</vt:lpstr>
      </vt:variant>
      <vt:variant>
        <vt:i4>8</vt:i4>
      </vt:variant>
      <vt:variant>
        <vt:lpstr>Tema</vt:lpstr>
      </vt:variant>
      <vt:variant>
        <vt:i4>14</vt:i4>
      </vt:variant>
      <vt:variant>
        <vt:lpstr>Títulos de diapositiva</vt:lpstr>
      </vt:variant>
      <vt:variant>
        <vt:i4>47</vt:i4>
      </vt:variant>
    </vt:vector>
  </HeadingPairs>
  <TitlesOfParts>
    <vt:vector size="69" baseType="lpstr">
      <vt:lpstr>Arial Unicode MS</vt:lpstr>
      <vt:lpstr>Arial</vt:lpstr>
      <vt:lpstr>Arial Narrow</vt:lpstr>
      <vt:lpstr>Calibri</vt:lpstr>
      <vt:lpstr>Corbel</vt:lpstr>
      <vt:lpstr>Helvetica</vt:lpstr>
      <vt:lpstr>Swis721 BT</vt:lpstr>
      <vt:lpstr>Swis721 Cn BT</vt:lpstr>
      <vt:lpstr>1 IMAGEN</vt:lpstr>
      <vt:lpstr>DIAPOSITIVA BLANCA</vt:lpstr>
      <vt:lpstr>PLANTILLA LIBRE</vt:lpstr>
      <vt:lpstr>2 IMÁGENES</vt:lpstr>
      <vt:lpstr>3 IMÁGENES</vt:lpstr>
      <vt:lpstr>4 IMÁGENES</vt:lpstr>
      <vt:lpstr>5 IMÁGENES</vt:lpstr>
      <vt:lpstr>MULTIPLES IMÁGENES</vt:lpstr>
      <vt:lpstr>ÍCONOS</vt:lpstr>
      <vt:lpstr>FONDO AZUL</vt:lpstr>
      <vt:lpstr>FODO GRIS CLARO</vt:lpstr>
      <vt:lpstr>LOGO NEGRO</vt:lpstr>
      <vt:lpstr>1_LOGO NEGRO</vt:lpstr>
      <vt:lpstr>LOGO AZUL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lcavecedo</dc:creator>
  <cp:lastModifiedBy>Maria Jose Martinez</cp:lastModifiedBy>
  <cp:revision>237</cp:revision>
  <dcterms:created xsi:type="dcterms:W3CDTF">2023-10-17T00:57:57Z</dcterms:created>
  <dcterms:modified xsi:type="dcterms:W3CDTF">2024-10-10T15:08:22Z</dcterms:modified>
</cp:coreProperties>
</file>